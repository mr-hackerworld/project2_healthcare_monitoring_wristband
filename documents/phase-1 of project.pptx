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97" r:id="rId3"/>
    <p:sldId id="510" r:id="rId4"/>
    <p:sldId id="511" r:id="rId5"/>
    <p:sldId id="512" r:id="rId6"/>
    <p:sldId id="502" r:id="rId7"/>
    <p:sldId id="503" r:id="rId8"/>
    <p:sldId id="504" r:id="rId9"/>
    <p:sldId id="514" r:id="rId10"/>
    <p:sldId id="506" r:id="rId11"/>
    <p:sldId id="515" r:id="rId12"/>
    <p:sldId id="269" r:id="rId13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37" autoAdjust="0"/>
    <p:restoredTop sz="94660"/>
  </p:normalViewPr>
  <p:slideViewPr>
    <p:cSldViewPr>
      <p:cViewPr varScale="1">
        <p:scale>
          <a:sx n="70" d="100"/>
          <a:sy n="70" d="100"/>
        </p:scale>
        <p:origin x="94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882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5.jpeg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5.jpeg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12AABD-9523-4F75-AA0A-A04069BCC70B}" type="doc">
      <dgm:prSet loTypeId="urn:microsoft.com/office/officeart/2005/8/layout/cycle4" loCatId="matrix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631A3AF-0B32-47E7-9E7B-E98A9595EB20}">
      <dgm:prSet phldrT="[Text]"/>
      <dgm:spPr/>
      <dgm:t>
        <a:bodyPr/>
        <a:lstStyle/>
        <a:p>
          <a:r>
            <a:rPr lang="en-IN" dirty="0" err="1" smtClean="0"/>
            <a:t>IoT</a:t>
          </a:r>
          <a:r>
            <a:rPr lang="en-IN" dirty="0" smtClean="0"/>
            <a:t> Based system  </a:t>
          </a:r>
          <a:endParaRPr lang="en-IN" dirty="0"/>
        </a:p>
      </dgm:t>
    </dgm:pt>
    <dgm:pt modelId="{AA3F653B-6190-4B10-9012-801C33C393BB}" type="parTrans" cxnId="{F90F4EFC-2107-43BB-81E8-9AC41D7A693F}">
      <dgm:prSet/>
      <dgm:spPr/>
      <dgm:t>
        <a:bodyPr/>
        <a:lstStyle/>
        <a:p>
          <a:endParaRPr lang="en-IN"/>
        </a:p>
      </dgm:t>
    </dgm:pt>
    <dgm:pt modelId="{B9903364-CA3B-4217-B6E3-29218151473D}" type="sibTrans" cxnId="{F90F4EFC-2107-43BB-81E8-9AC41D7A693F}">
      <dgm:prSet/>
      <dgm:spPr/>
      <dgm:t>
        <a:bodyPr/>
        <a:lstStyle/>
        <a:p>
          <a:endParaRPr lang="en-IN"/>
        </a:p>
      </dgm:t>
    </dgm:pt>
    <dgm:pt modelId="{77643F12-EB40-4201-BC09-C416F72DBA9B}">
      <dgm:prSet phldrT="[Text]"/>
      <dgm:spPr/>
      <dgm:t>
        <a:bodyPr/>
        <a:lstStyle/>
        <a:p>
          <a:pPr algn="just"/>
          <a:r>
            <a:rPr lang="en-IN" b="1" dirty="0" smtClean="0"/>
            <a:t>Smart healthcare monitoring </a:t>
          </a:r>
          <a:endParaRPr lang="en-IN" dirty="0"/>
        </a:p>
      </dgm:t>
    </dgm:pt>
    <dgm:pt modelId="{83023A5D-0E50-4D28-9981-2310268B1AB5}" type="parTrans" cxnId="{55C735D6-4206-4CE8-8D46-826DD88E2431}">
      <dgm:prSet/>
      <dgm:spPr/>
      <dgm:t>
        <a:bodyPr/>
        <a:lstStyle/>
        <a:p>
          <a:endParaRPr lang="en-IN"/>
        </a:p>
      </dgm:t>
    </dgm:pt>
    <dgm:pt modelId="{D4E292FA-B1E6-4CFF-9DE1-1EE4C2BBF367}" type="sibTrans" cxnId="{55C735D6-4206-4CE8-8D46-826DD88E2431}">
      <dgm:prSet/>
      <dgm:spPr/>
      <dgm:t>
        <a:bodyPr/>
        <a:lstStyle/>
        <a:p>
          <a:endParaRPr lang="en-IN"/>
        </a:p>
      </dgm:t>
    </dgm:pt>
    <dgm:pt modelId="{545696D2-3A70-46A5-AD7F-BF8D31124B98}">
      <dgm:prSet phldrT="[Text]"/>
      <dgm:spPr/>
      <dgm:t>
        <a:bodyPr/>
        <a:lstStyle/>
        <a:p>
          <a:r>
            <a:rPr lang="en-IN" b="1" dirty="0" smtClean="0"/>
            <a:t>Heart Rate, SpO2, </a:t>
          </a:r>
          <a:r>
            <a:rPr lang="en-IN" b="1" dirty="0" err="1" smtClean="0"/>
            <a:t>temprtatur</a:t>
          </a:r>
          <a:r>
            <a:rPr lang="en-IN" b="1" dirty="0" smtClean="0"/>
            <a:t>, Faint detection</a:t>
          </a:r>
          <a:endParaRPr lang="en-IN" b="1" dirty="0"/>
        </a:p>
      </dgm:t>
    </dgm:pt>
    <dgm:pt modelId="{F62C79A2-42ED-446A-8BEE-246AA5218DE1}" type="parTrans" cxnId="{6A4F2E7B-3049-4760-B345-C5307FE325A4}">
      <dgm:prSet/>
      <dgm:spPr/>
      <dgm:t>
        <a:bodyPr/>
        <a:lstStyle/>
        <a:p>
          <a:endParaRPr lang="en-IN"/>
        </a:p>
      </dgm:t>
    </dgm:pt>
    <dgm:pt modelId="{AFEE7AA2-05B2-419D-90B8-0313C468907C}" type="sibTrans" cxnId="{6A4F2E7B-3049-4760-B345-C5307FE325A4}">
      <dgm:prSet/>
      <dgm:spPr/>
      <dgm:t>
        <a:bodyPr/>
        <a:lstStyle/>
        <a:p>
          <a:endParaRPr lang="en-IN"/>
        </a:p>
      </dgm:t>
    </dgm:pt>
    <dgm:pt modelId="{8D845A21-903F-4414-809C-BDDADA919C84}">
      <dgm:prSet phldrT="[Text]"/>
      <dgm:spPr/>
      <dgm:t>
        <a:bodyPr/>
        <a:lstStyle/>
        <a:p>
          <a:r>
            <a:rPr lang="en-IN" dirty="0" smtClean="0"/>
            <a:t>Cloud Dependent System</a:t>
          </a:r>
          <a:endParaRPr lang="en-IN" dirty="0"/>
        </a:p>
      </dgm:t>
    </dgm:pt>
    <dgm:pt modelId="{CF24FBBB-168A-4DA6-B15A-89ED974954FD}" type="parTrans" cxnId="{3837704B-7C6C-427C-B725-912047C89813}">
      <dgm:prSet/>
      <dgm:spPr/>
      <dgm:t>
        <a:bodyPr/>
        <a:lstStyle/>
        <a:p>
          <a:endParaRPr lang="en-IN"/>
        </a:p>
      </dgm:t>
    </dgm:pt>
    <dgm:pt modelId="{D854A3CA-A85A-47AF-B44F-4FA0D77DD7AA}" type="sibTrans" cxnId="{3837704B-7C6C-427C-B725-912047C89813}">
      <dgm:prSet/>
      <dgm:spPr/>
      <dgm:t>
        <a:bodyPr/>
        <a:lstStyle/>
        <a:p>
          <a:endParaRPr lang="en-IN"/>
        </a:p>
      </dgm:t>
    </dgm:pt>
    <dgm:pt modelId="{8C61A113-CEF2-4D58-BF9C-D99C712940F0}">
      <dgm:prSet phldrT="[Text]"/>
      <dgm:spPr/>
      <dgm:t>
        <a:bodyPr/>
        <a:lstStyle/>
        <a:p>
          <a:pPr algn="l"/>
          <a:r>
            <a:rPr lang="en-IN" b="1" dirty="0" smtClean="0"/>
            <a:t>Secure Data Storage &amp; </a:t>
          </a:r>
          <a:r>
            <a:rPr lang="en-IN" b="1" dirty="0" err="1" smtClean="0"/>
            <a:t>Visulization</a:t>
          </a:r>
          <a:endParaRPr lang="en-IN" b="1" dirty="0"/>
        </a:p>
      </dgm:t>
    </dgm:pt>
    <dgm:pt modelId="{FADE9700-DF55-41E5-AD0C-ED7A42F7D73E}" type="parTrans" cxnId="{6EA8AFD6-D9F9-47AA-82C9-F53D3F686A42}">
      <dgm:prSet/>
      <dgm:spPr/>
      <dgm:t>
        <a:bodyPr/>
        <a:lstStyle/>
        <a:p>
          <a:endParaRPr lang="en-IN"/>
        </a:p>
      </dgm:t>
    </dgm:pt>
    <dgm:pt modelId="{FDB1EA87-4574-4437-AE69-F457D90B347A}" type="sibTrans" cxnId="{6EA8AFD6-D9F9-47AA-82C9-F53D3F686A42}">
      <dgm:prSet/>
      <dgm:spPr/>
      <dgm:t>
        <a:bodyPr/>
        <a:lstStyle/>
        <a:p>
          <a:endParaRPr lang="en-IN"/>
        </a:p>
      </dgm:t>
    </dgm:pt>
    <dgm:pt modelId="{2A798C89-045F-4C83-AA5E-0F261BC6812C}">
      <dgm:prSet phldrT="[Text]"/>
      <dgm:spPr/>
      <dgm:t>
        <a:bodyPr/>
        <a:lstStyle/>
        <a:p>
          <a:r>
            <a:rPr lang="en-IN" dirty="0" smtClean="0"/>
            <a:t>SOS Alert </a:t>
          </a:r>
          <a:endParaRPr lang="en-IN" dirty="0"/>
        </a:p>
      </dgm:t>
    </dgm:pt>
    <dgm:pt modelId="{7795259B-F4EE-4251-A806-8A9F99189869}" type="parTrans" cxnId="{F4B16FEE-0E2F-470C-A1A3-6E8C5F8D1126}">
      <dgm:prSet/>
      <dgm:spPr/>
      <dgm:t>
        <a:bodyPr/>
        <a:lstStyle/>
        <a:p>
          <a:endParaRPr lang="en-IN"/>
        </a:p>
      </dgm:t>
    </dgm:pt>
    <dgm:pt modelId="{D17084A2-D0E8-4FD3-8925-2ADE355F1DA0}" type="sibTrans" cxnId="{F4B16FEE-0E2F-470C-A1A3-6E8C5F8D1126}">
      <dgm:prSet/>
      <dgm:spPr/>
      <dgm:t>
        <a:bodyPr/>
        <a:lstStyle/>
        <a:p>
          <a:endParaRPr lang="en-IN"/>
        </a:p>
      </dgm:t>
    </dgm:pt>
    <dgm:pt modelId="{7C69B079-869C-46D9-9ACB-50659C985788}">
      <dgm:prSet phldrT="[Text]"/>
      <dgm:spPr/>
      <dgm:t>
        <a:bodyPr/>
        <a:lstStyle/>
        <a:p>
          <a:pPr algn="l"/>
          <a:r>
            <a:rPr lang="en-IN" b="1" dirty="0" smtClean="0"/>
            <a:t>Emergency Notification to the Doctor</a:t>
          </a:r>
          <a:endParaRPr lang="en-IN" b="1" dirty="0"/>
        </a:p>
      </dgm:t>
    </dgm:pt>
    <dgm:pt modelId="{635B5FA6-BD47-4E17-B996-9FD426317CE2}" type="parTrans" cxnId="{548B0B94-4E04-4C80-91FC-FD5F073C1230}">
      <dgm:prSet/>
      <dgm:spPr/>
      <dgm:t>
        <a:bodyPr/>
        <a:lstStyle/>
        <a:p>
          <a:endParaRPr lang="en-IN"/>
        </a:p>
      </dgm:t>
    </dgm:pt>
    <dgm:pt modelId="{DFB4E839-5D65-4530-8459-AF445C0CBB7E}" type="sibTrans" cxnId="{548B0B94-4E04-4C80-91FC-FD5F073C1230}">
      <dgm:prSet/>
      <dgm:spPr/>
      <dgm:t>
        <a:bodyPr/>
        <a:lstStyle/>
        <a:p>
          <a:endParaRPr lang="en-IN"/>
        </a:p>
      </dgm:t>
    </dgm:pt>
    <dgm:pt modelId="{D596417B-73CB-4D6D-9C0C-5CD71BD16E14}">
      <dgm:prSet phldrT="[Text]"/>
      <dgm:spPr/>
      <dgm:t>
        <a:bodyPr/>
        <a:lstStyle/>
        <a:p>
          <a:r>
            <a:rPr lang="en-IN" dirty="0" smtClean="0"/>
            <a:t>Monitoring Health Parameters </a:t>
          </a:r>
          <a:endParaRPr lang="en-IN" dirty="0"/>
        </a:p>
      </dgm:t>
    </dgm:pt>
    <dgm:pt modelId="{6A766F8C-DFF7-4541-82EA-9E1C1D2C3830}" type="sibTrans" cxnId="{AC423324-85B7-486D-B833-F9DE2C851636}">
      <dgm:prSet/>
      <dgm:spPr/>
      <dgm:t>
        <a:bodyPr/>
        <a:lstStyle/>
        <a:p>
          <a:endParaRPr lang="en-IN"/>
        </a:p>
      </dgm:t>
    </dgm:pt>
    <dgm:pt modelId="{D0B4F87A-E998-4B67-BBB8-E60F3E3EE514}" type="parTrans" cxnId="{AC423324-85B7-486D-B833-F9DE2C851636}">
      <dgm:prSet/>
      <dgm:spPr/>
      <dgm:t>
        <a:bodyPr/>
        <a:lstStyle/>
        <a:p>
          <a:endParaRPr lang="en-IN"/>
        </a:p>
      </dgm:t>
    </dgm:pt>
    <dgm:pt modelId="{DC28C843-1256-4B8A-A450-3BAADEBFC8AF}" type="pres">
      <dgm:prSet presAssocID="{3F12AABD-9523-4F75-AA0A-A04069BCC70B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5AF598F7-8170-4C6C-9D06-01068668D559}" type="pres">
      <dgm:prSet presAssocID="{3F12AABD-9523-4F75-AA0A-A04069BCC70B}" presName="children" presStyleCnt="0"/>
      <dgm:spPr/>
    </dgm:pt>
    <dgm:pt modelId="{E43C0ECF-ADDA-4D75-A830-60EB40670FB2}" type="pres">
      <dgm:prSet presAssocID="{3F12AABD-9523-4F75-AA0A-A04069BCC70B}" presName="child1group" presStyleCnt="0"/>
      <dgm:spPr/>
    </dgm:pt>
    <dgm:pt modelId="{968150AA-1897-4F5D-B0BD-1442A2E38A71}" type="pres">
      <dgm:prSet presAssocID="{3F12AABD-9523-4F75-AA0A-A04069BCC70B}" presName="child1" presStyleLbl="bgAcc1" presStyleIdx="0" presStyleCnt="4" custScaleX="106624" custScaleY="110408" custLinFactNeighborX="-15309" custLinFactNeighborY="6417"/>
      <dgm:spPr/>
      <dgm:t>
        <a:bodyPr/>
        <a:lstStyle/>
        <a:p>
          <a:endParaRPr lang="en-IN"/>
        </a:p>
      </dgm:t>
    </dgm:pt>
    <dgm:pt modelId="{7470816B-5D6A-4E39-8E30-75B6C829015F}" type="pres">
      <dgm:prSet presAssocID="{3F12AABD-9523-4F75-AA0A-A04069BCC70B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FBD57FE-4770-4569-90F8-10795D767DEA}" type="pres">
      <dgm:prSet presAssocID="{3F12AABD-9523-4F75-AA0A-A04069BCC70B}" presName="child2group" presStyleCnt="0"/>
      <dgm:spPr/>
    </dgm:pt>
    <dgm:pt modelId="{A64FDE2F-9FB8-4335-AFF2-B77AD6199546}" type="pres">
      <dgm:prSet presAssocID="{3F12AABD-9523-4F75-AA0A-A04069BCC70B}" presName="child2" presStyleLbl="bgAcc1" presStyleIdx="1" presStyleCnt="4" custScaleX="107539" custScaleY="110408" custLinFactNeighborX="22878" custLinFactNeighborY="5537"/>
      <dgm:spPr/>
      <dgm:t>
        <a:bodyPr/>
        <a:lstStyle/>
        <a:p>
          <a:endParaRPr lang="en-IN"/>
        </a:p>
      </dgm:t>
    </dgm:pt>
    <dgm:pt modelId="{92406B9A-E4AA-4196-AAF1-F560D9A68BDA}" type="pres">
      <dgm:prSet presAssocID="{3F12AABD-9523-4F75-AA0A-A04069BCC70B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667D4CC-2C52-4A91-BF39-C9055F9D4068}" type="pres">
      <dgm:prSet presAssocID="{3F12AABD-9523-4F75-AA0A-A04069BCC70B}" presName="child3group" presStyleCnt="0"/>
      <dgm:spPr/>
    </dgm:pt>
    <dgm:pt modelId="{88ECDFF7-D538-4B6D-9196-5E5D3F43616D}" type="pres">
      <dgm:prSet presAssocID="{3F12AABD-9523-4F75-AA0A-A04069BCC70B}" presName="child3" presStyleLbl="bgAcc1" presStyleIdx="2" presStyleCnt="4" custScaleX="106624" custScaleY="110408" custLinFactNeighborX="22176" custLinFactNeighborY="-880"/>
      <dgm:spPr/>
      <dgm:t>
        <a:bodyPr/>
        <a:lstStyle/>
        <a:p>
          <a:endParaRPr lang="en-IN"/>
        </a:p>
      </dgm:t>
    </dgm:pt>
    <dgm:pt modelId="{E09F7819-2CCE-440B-90CC-8E959B89CC93}" type="pres">
      <dgm:prSet presAssocID="{3F12AABD-9523-4F75-AA0A-A04069BCC70B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DF4D143-5E44-48B5-963A-60A256143FDF}" type="pres">
      <dgm:prSet presAssocID="{3F12AABD-9523-4F75-AA0A-A04069BCC70B}" presName="child4group" presStyleCnt="0"/>
      <dgm:spPr/>
    </dgm:pt>
    <dgm:pt modelId="{059C28B9-76D4-4CF0-9C23-8E7F2F0EF043}" type="pres">
      <dgm:prSet presAssocID="{3F12AABD-9523-4F75-AA0A-A04069BCC70B}" presName="child4" presStyleLbl="bgAcc1" presStyleIdx="3" presStyleCnt="4" custScaleX="106624" custScaleY="110408" custLinFactNeighborX="-15523" custLinFactNeighborY="4324"/>
      <dgm:spPr/>
    </dgm:pt>
    <dgm:pt modelId="{1FAD997E-10A1-4FF9-B803-1CD7E51DB5A8}" type="pres">
      <dgm:prSet presAssocID="{3F12AABD-9523-4F75-AA0A-A04069BCC70B}" presName="child4Text" presStyleLbl="bgAcc1" presStyleIdx="3" presStyleCnt="4">
        <dgm:presLayoutVars>
          <dgm:bulletEnabled val="1"/>
        </dgm:presLayoutVars>
      </dgm:prSet>
      <dgm:spPr/>
    </dgm:pt>
    <dgm:pt modelId="{FF7049CF-6EBF-4276-A0FF-4D8EF812AC27}" type="pres">
      <dgm:prSet presAssocID="{3F12AABD-9523-4F75-AA0A-A04069BCC70B}" presName="childPlaceholder" presStyleCnt="0"/>
      <dgm:spPr/>
    </dgm:pt>
    <dgm:pt modelId="{0C14C72E-9152-4319-BF04-869E5997EBE1}" type="pres">
      <dgm:prSet presAssocID="{3F12AABD-9523-4F75-AA0A-A04069BCC70B}" presName="circle" presStyleCnt="0"/>
      <dgm:spPr/>
    </dgm:pt>
    <dgm:pt modelId="{06771548-11C1-4AA0-B5FE-A18A1E1BB986}" type="pres">
      <dgm:prSet presAssocID="{3F12AABD-9523-4F75-AA0A-A04069BCC70B}" presName="quadrant1" presStyleLbl="node1" presStyleIdx="0" presStyleCnt="4" custScaleX="99983" custLinFactNeighborX="9" custLinFactNeighborY="698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3806359-548A-4BFD-AFD0-A7C2A9F4B0D2}" type="pres">
      <dgm:prSet presAssocID="{3F12AABD-9523-4F75-AA0A-A04069BCC70B}" presName="quadrant2" presStyleLbl="node1" presStyleIdx="1" presStyleCnt="4" custScaleX="99983" custLinFactNeighborX="9" custLinFactNeighborY="698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B05E247-55AA-4EEA-A086-C581ACFB831E}" type="pres">
      <dgm:prSet presAssocID="{3F12AABD-9523-4F75-AA0A-A04069BCC70B}" presName="quadrant3" presStyleLbl="node1" presStyleIdx="2" presStyleCnt="4" custScaleX="9998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A674376-62A7-40A5-9571-1C4F5DE8A5AA}" type="pres">
      <dgm:prSet presAssocID="{3F12AABD-9523-4F75-AA0A-A04069BCC70B}" presName="quadrant4" presStyleLbl="node1" presStyleIdx="3" presStyleCnt="4" custScaleX="99983" custLinFactNeighborX="9" custLinFactNeighborY="698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5C0B3B0-B2FD-4FC6-ADD9-B0B6920178C1}" type="pres">
      <dgm:prSet presAssocID="{3F12AABD-9523-4F75-AA0A-A04069BCC70B}" presName="quadrantPlaceholder" presStyleCnt="0"/>
      <dgm:spPr/>
    </dgm:pt>
    <dgm:pt modelId="{6610504F-DDC2-44C3-992A-EDBB59033F63}" type="pres">
      <dgm:prSet presAssocID="{3F12AABD-9523-4F75-AA0A-A04069BCC70B}" presName="center1" presStyleLbl="fgShp" presStyleIdx="0" presStyleCnt="2"/>
      <dgm:spPr/>
    </dgm:pt>
    <dgm:pt modelId="{2686F8C1-3C95-40A2-95D8-880D44102D0D}" type="pres">
      <dgm:prSet presAssocID="{3F12AABD-9523-4F75-AA0A-A04069BCC70B}" presName="center2" presStyleLbl="fgShp" presStyleIdx="1" presStyleCnt="2"/>
      <dgm:spPr/>
    </dgm:pt>
  </dgm:ptLst>
  <dgm:cxnLst>
    <dgm:cxn modelId="{0F385EB7-D6FD-49E1-BDE1-2B425431AD78}" type="presOf" srcId="{8C61A113-CEF2-4D58-BF9C-D99C712940F0}" destId="{E09F7819-2CCE-440B-90CC-8E959B89CC93}" srcOrd="1" destOrd="0" presId="urn:microsoft.com/office/officeart/2005/8/layout/cycle4"/>
    <dgm:cxn modelId="{3AB6E944-7904-4362-8E6E-9792017B0C4C}" type="presOf" srcId="{545696D2-3A70-46A5-AD7F-BF8D31124B98}" destId="{92406B9A-E4AA-4196-AAF1-F560D9A68BDA}" srcOrd="1" destOrd="0" presId="urn:microsoft.com/office/officeart/2005/8/layout/cycle4"/>
    <dgm:cxn modelId="{548B0B94-4E04-4C80-91FC-FD5F073C1230}" srcId="{2A798C89-045F-4C83-AA5E-0F261BC6812C}" destId="{7C69B079-869C-46D9-9ACB-50659C985788}" srcOrd="0" destOrd="0" parTransId="{635B5FA6-BD47-4E17-B996-9FD426317CE2}" sibTransId="{DFB4E839-5D65-4530-8459-AF445C0CBB7E}"/>
    <dgm:cxn modelId="{17F38E9D-A849-4096-8249-3E55075743BF}" type="presOf" srcId="{8D845A21-903F-4414-809C-BDDADA919C84}" destId="{5B05E247-55AA-4EEA-A086-C581ACFB831E}" srcOrd="0" destOrd="0" presId="urn:microsoft.com/office/officeart/2005/8/layout/cycle4"/>
    <dgm:cxn modelId="{12A2D462-4E5E-455F-8DC5-2AD0F1C6E0A5}" type="presOf" srcId="{D596417B-73CB-4D6D-9C0C-5CD71BD16E14}" destId="{53806359-548A-4BFD-AFD0-A7C2A9F4B0D2}" srcOrd="0" destOrd="0" presId="urn:microsoft.com/office/officeart/2005/8/layout/cycle4"/>
    <dgm:cxn modelId="{5E65B07A-D377-424E-B1ED-4E8DD1C2D823}" type="presOf" srcId="{C631A3AF-0B32-47E7-9E7B-E98A9595EB20}" destId="{06771548-11C1-4AA0-B5FE-A18A1E1BB986}" srcOrd="0" destOrd="0" presId="urn:microsoft.com/office/officeart/2005/8/layout/cycle4"/>
    <dgm:cxn modelId="{F4B16FEE-0E2F-470C-A1A3-6E8C5F8D1126}" srcId="{3F12AABD-9523-4F75-AA0A-A04069BCC70B}" destId="{2A798C89-045F-4C83-AA5E-0F261BC6812C}" srcOrd="3" destOrd="0" parTransId="{7795259B-F4EE-4251-A806-8A9F99189869}" sibTransId="{D17084A2-D0E8-4FD3-8925-2ADE355F1DA0}"/>
    <dgm:cxn modelId="{E8526367-F0B6-4876-A9D4-FE80C6B2D670}" type="presOf" srcId="{545696D2-3A70-46A5-AD7F-BF8D31124B98}" destId="{A64FDE2F-9FB8-4335-AFF2-B77AD6199546}" srcOrd="0" destOrd="0" presId="urn:microsoft.com/office/officeart/2005/8/layout/cycle4"/>
    <dgm:cxn modelId="{64166B91-833C-4EEA-96C7-7C2CBCECB528}" type="presOf" srcId="{8C61A113-CEF2-4D58-BF9C-D99C712940F0}" destId="{88ECDFF7-D538-4B6D-9196-5E5D3F43616D}" srcOrd="0" destOrd="0" presId="urn:microsoft.com/office/officeart/2005/8/layout/cycle4"/>
    <dgm:cxn modelId="{EF713561-9F39-458B-BAB1-B7DF0E3E7DEC}" type="presOf" srcId="{7C69B079-869C-46D9-9ACB-50659C985788}" destId="{1FAD997E-10A1-4FF9-B803-1CD7E51DB5A8}" srcOrd="1" destOrd="0" presId="urn:microsoft.com/office/officeart/2005/8/layout/cycle4"/>
    <dgm:cxn modelId="{6A4F2E7B-3049-4760-B345-C5307FE325A4}" srcId="{D596417B-73CB-4D6D-9C0C-5CD71BD16E14}" destId="{545696D2-3A70-46A5-AD7F-BF8D31124B98}" srcOrd="0" destOrd="0" parTransId="{F62C79A2-42ED-446A-8BEE-246AA5218DE1}" sibTransId="{AFEE7AA2-05B2-419D-90B8-0313C468907C}"/>
    <dgm:cxn modelId="{D64B4843-B135-4303-BC48-E389A8CCE8AC}" type="presOf" srcId="{2A798C89-045F-4C83-AA5E-0F261BC6812C}" destId="{FA674376-62A7-40A5-9571-1C4F5DE8A5AA}" srcOrd="0" destOrd="0" presId="urn:microsoft.com/office/officeart/2005/8/layout/cycle4"/>
    <dgm:cxn modelId="{E361B32B-5214-4F09-B51C-79889EF9B3DF}" type="presOf" srcId="{3F12AABD-9523-4F75-AA0A-A04069BCC70B}" destId="{DC28C843-1256-4B8A-A450-3BAADEBFC8AF}" srcOrd="0" destOrd="0" presId="urn:microsoft.com/office/officeart/2005/8/layout/cycle4"/>
    <dgm:cxn modelId="{AC423324-85B7-486D-B833-F9DE2C851636}" srcId="{3F12AABD-9523-4F75-AA0A-A04069BCC70B}" destId="{D596417B-73CB-4D6D-9C0C-5CD71BD16E14}" srcOrd="1" destOrd="0" parTransId="{D0B4F87A-E998-4B67-BBB8-E60F3E3EE514}" sibTransId="{6A766F8C-DFF7-4541-82EA-9E1C1D2C3830}"/>
    <dgm:cxn modelId="{EB55852E-D9CD-4629-9256-3875C004E619}" type="presOf" srcId="{77643F12-EB40-4201-BC09-C416F72DBA9B}" destId="{968150AA-1897-4F5D-B0BD-1442A2E38A71}" srcOrd="0" destOrd="0" presId="urn:microsoft.com/office/officeart/2005/8/layout/cycle4"/>
    <dgm:cxn modelId="{7D6820CF-8E1A-494D-ABC6-576A3A056712}" type="presOf" srcId="{7C69B079-869C-46D9-9ACB-50659C985788}" destId="{059C28B9-76D4-4CF0-9C23-8E7F2F0EF043}" srcOrd="0" destOrd="0" presId="urn:microsoft.com/office/officeart/2005/8/layout/cycle4"/>
    <dgm:cxn modelId="{F90F4EFC-2107-43BB-81E8-9AC41D7A693F}" srcId="{3F12AABD-9523-4F75-AA0A-A04069BCC70B}" destId="{C631A3AF-0B32-47E7-9E7B-E98A9595EB20}" srcOrd="0" destOrd="0" parTransId="{AA3F653B-6190-4B10-9012-801C33C393BB}" sibTransId="{B9903364-CA3B-4217-B6E3-29218151473D}"/>
    <dgm:cxn modelId="{A79C8F5A-D91A-4ED9-9F24-4360CF83AE5C}" type="presOf" srcId="{77643F12-EB40-4201-BC09-C416F72DBA9B}" destId="{7470816B-5D6A-4E39-8E30-75B6C829015F}" srcOrd="1" destOrd="0" presId="urn:microsoft.com/office/officeart/2005/8/layout/cycle4"/>
    <dgm:cxn modelId="{6EA8AFD6-D9F9-47AA-82C9-F53D3F686A42}" srcId="{8D845A21-903F-4414-809C-BDDADA919C84}" destId="{8C61A113-CEF2-4D58-BF9C-D99C712940F0}" srcOrd="0" destOrd="0" parTransId="{FADE9700-DF55-41E5-AD0C-ED7A42F7D73E}" sibTransId="{FDB1EA87-4574-4437-AE69-F457D90B347A}"/>
    <dgm:cxn modelId="{3837704B-7C6C-427C-B725-912047C89813}" srcId="{3F12AABD-9523-4F75-AA0A-A04069BCC70B}" destId="{8D845A21-903F-4414-809C-BDDADA919C84}" srcOrd="2" destOrd="0" parTransId="{CF24FBBB-168A-4DA6-B15A-89ED974954FD}" sibTransId="{D854A3CA-A85A-47AF-B44F-4FA0D77DD7AA}"/>
    <dgm:cxn modelId="{55C735D6-4206-4CE8-8D46-826DD88E2431}" srcId="{C631A3AF-0B32-47E7-9E7B-E98A9595EB20}" destId="{77643F12-EB40-4201-BC09-C416F72DBA9B}" srcOrd="0" destOrd="0" parTransId="{83023A5D-0E50-4D28-9981-2310268B1AB5}" sibTransId="{D4E292FA-B1E6-4CFF-9DE1-1EE4C2BBF367}"/>
    <dgm:cxn modelId="{EB425C44-9980-4C64-B416-87F8C53BA7E3}" type="presParOf" srcId="{DC28C843-1256-4B8A-A450-3BAADEBFC8AF}" destId="{5AF598F7-8170-4C6C-9D06-01068668D559}" srcOrd="0" destOrd="0" presId="urn:microsoft.com/office/officeart/2005/8/layout/cycle4"/>
    <dgm:cxn modelId="{7AF755FE-97D4-43B7-912F-A71E25EDB27B}" type="presParOf" srcId="{5AF598F7-8170-4C6C-9D06-01068668D559}" destId="{E43C0ECF-ADDA-4D75-A830-60EB40670FB2}" srcOrd="0" destOrd="0" presId="urn:microsoft.com/office/officeart/2005/8/layout/cycle4"/>
    <dgm:cxn modelId="{E82E297B-A216-46A6-B021-F2C53BC91437}" type="presParOf" srcId="{E43C0ECF-ADDA-4D75-A830-60EB40670FB2}" destId="{968150AA-1897-4F5D-B0BD-1442A2E38A71}" srcOrd="0" destOrd="0" presId="urn:microsoft.com/office/officeart/2005/8/layout/cycle4"/>
    <dgm:cxn modelId="{F4248B88-E741-4C55-89DB-FB24DAFC81D6}" type="presParOf" srcId="{E43C0ECF-ADDA-4D75-A830-60EB40670FB2}" destId="{7470816B-5D6A-4E39-8E30-75B6C829015F}" srcOrd="1" destOrd="0" presId="urn:microsoft.com/office/officeart/2005/8/layout/cycle4"/>
    <dgm:cxn modelId="{7D7307DD-9957-481C-A2DF-C96F22C8AA26}" type="presParOf" srcId="{5AF598F7-8170-4C6C-9D06-01068668D559}" destId="{EFBD57FE-4770-4569-90F8-10795D767DEA}" srcOrd="1" destOrd="0" presId="urn:microsoft.com/office/officeart/2005/8/layout/cycle4"/>
    <dgm:cxn modelId="{A3E6F1A3-A7B1-44DF-93DD-F4449F02DA03}" type="presParOf" srcId="{EFBD57FE-4770-4569-90F8-10795D767DEA}" destId="{A64FDE2F-9FB8-4335-AFF2-B77AD6199546}" srcOrd="0" destOrd="0" presId="urn:microsoft.com/office/officeart/2005/8/layout/cycle4"/>
    <dgm:cxn modelId="{99E28159-D560-49BE-A966-5F99D15E6C14}" type="presParOf" srcId="{EFBD57FE-4770-4569-90F8-10795D767DEA}" destId="{92406B9A-E4AA-4196-AAF1-F560D9A68BDA}" srcOrd="1" destOrd="0" presId="urn:microsoft.com/office/officeart/2005/8/layout/cycle4"/>
    <dgm:cxn modelId="{614A80DC-3E7C-4970-83D6-93E653A11B66}" type="presParOf" srcId="{5AF598F7-8170-4C6C-9D06-01068668D559}" destId="{8667D4CC-2C52-4A91-BF39-C9055F9D4068}" srcOrd="2" destOrd="0" presId="urn:microsoft.com/office/officeart/2005/8/layout/cycle4"/>
    <dgm:cxn modelId="{45F31AB7-86AC-48DB-884C-D6F785B24612}" type="presParOf" srcId="{8667D4CC-2C52-4A91-BF39-C9055F9D4068}" destId="{88ECDFF7-D538-4B6D-9196-5E5D3F43616D}" srcOrd="0" destOrd="0" presId="urn:microsoft.com/office/officeart/2005/8/layout/cycle4"/>
    <dgm:cxn modelId="{4C015A4C-61A3-47A8-848C-32A86E7CF160}" type="presParOf" srcId="{8667D4CC-2C52-4A91-BF39-C9055F9D4068}" destId="{E09F7819-2CCE-440B-90CC-8E959B89CC93}" srcOrd="1" destOrd="0" presId="urn:microsoft.com/office/officeart/2005/8/layout/cycle4"/>
    <dgm:cxn modelId="{F3BA3042-0D0A-43CA-84D6-F9A20F189C3B}" type="presParOf" srcId="{5AF598F7-8170-4C6C-9D06-01068668D559}" destId="{2DF4D143-5E44-48B5-963A-60A256143FDF}" srcOrd="3" destOrd="0" presId="urn:microsoft.com/office/officeart/2005/8/layout/cycle4"/>
    <dgm:cxn modelId="{FD783025-59F4-4FB8-A45B-9397DA2E7FD1}" type="presParOf" srcId="{2DF4D143-5E44-48B5-963A-60A256143FDF}" destId="{059C28B9-76D4-4CF0-9C23-8E7F2F0EF043}" srcOrd="0" destOrd="0" presId="urn:microsoft.com/office/officeart/2005/8/layout/cycle4"/>
    <dgm:cxn modelId="{DEFCA65A-90B8-49F4-ACED-F3E6C2EAB166}" type="presParOf" srcId="{2DF4D143-5E44-48B5-963A-60A256143FDF}" destId="{1FAD997E-10A1-4FF9-B803-1CD7E51DB5A8}" srcOrd="1" destOrd="0" presId="urn:microsoft.com/office/officeart/2005/8/layout/cycle4"/>
    <dgm:cxn modelId="{223D1336-C7DC-4C4E-834B-A22C02DA428E}" type="presParOf" srcId="{5AF598F7-8170-4C6C-9D06-01068668D559}" destId="{FF7049CF-6EBF-4276-A0FF-4D8EF812AC27}" srcOrd="4" destOrd="0" presId="urn:microsoft.com/office/officeart/2005/8/layout/cycle4"/>
    <dgm:cxn modelId="{EE0663C4-9CAB-40D5-86AB-FC3915D4BF52}" type="presParOf" srcId="{DC28C843-1256-4B8A-A450-3BAADEBFC8AF}" destId="{0C14C72E-9152-4319-BF04-869E5997EBE1}" srcOrd="1" destOrd="0" presId="urn:microsoft.com/office/officeart/2005/8/layout/cycle4"/>
    <dgm:cxn modelId="{B754AA6E-4DBC-43F0-8AF9-B83DF0465DE7}" type="presParOf" srcId="{0C14C72E-9152-4319-BF04-869E5997EBE1}" destId="{06771548-11C1-4AA0-B5FE-A18A1E1BB986}" srcOrd="0" destOrd="0" presId="urn:microsoft.com/office/officeart/2005/8/layout/cycle4"/>
    <dgm:cxn modelId="{890ACB56-0B76-4DDE-8E10-AB655F84DF90}" type="presParOf" srcId="{0C14C72E-9152-4319-BF04-869E5997EBE1}" destId="{53806359-548A-4BFD-AFD0-A7C2A9F4B0D2}" srcOrd="1" destOrd="0" presId="urn:microsoft.com/office/officeart/2005/8/layout/cycle4"/>
    <dgm:cxn modelId="{CA6B33EE-EA8E-4B40-9D35-73C6257A8E6E}" type="presParOf" srcId="{0C14C72E-9152-4319-BF04-869E5997EBE1}" destId="{5B05E247-55AA-4EEA-A086-C581ACFB831E}" srcOrd="2" destOrd="0" presId="urn:microsoft.com/office/officeart/2005/8/layout/cycle4"/>
    <dgm:cxn modelId="{B7EB05B4-BA5F-4FE2-A9C7-CA73B3A1B3B0}" type="presParOf" srcId="{0C14C72E-9152-4319-BF04-869E5997EBE1}" destId="{FA674376-62A7-40A5-9571-1C4F5DE8A5AA}" srcOrd="3" destOrd="0" presId="urn:microsoft.com/office/officeart/2005/8/layout/cycle4"/>
    <dgm:cxn modelId="{B4FCED3C-13DF-417C-9D3D-4FCEF3B38093}" type="presParOf" srcId="{0C14C72E-9152-4319-BF04-869E5997EBE1}" destId="{A5C0B3B0-B2FD-4FC6-ADD9-B0B6920178C1}" srcOrd="4" destOrd="0" presId="urn:microsoft.com/office/officeart/2005/8/layout/cycle4"/>
    <dgm:cxn modelId="{91A8B333-DCF7-4F31-AD12-706E5E6ECD59}" type="presParOf" srcId="{DC28C843-1256-4B8A-A450-3BAADEBFC8AF}" destId="{6610504F-DDC2-44C3-992A-EDBB59033F63}" srcOrd="2" destOrd="0" presId="urn:microsoft.com/office/officeart/2005/8/layout/cycle4"/>
    <dgm:cxn modelId="{7FFC5AAE-355E-48E7-8A2C-236F8DEE322F}" type="presParOf" srcId="{DC28C843-1256-4B8A-A450-3BAADEBFC8AF}" destId="{2686F8C1-3C95-40A2-95D8-880D44102D0D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12A982-DBE5-4A2D-A103-1B7FD41FD452}" type="doc">
      <dgm:prSet loTypeId="urn:microsoft.com/office/officeart/2005/8/layout/hierarchy4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6D1CECE-00E1-4D09-ABB4-F4E0A14E44F7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Biomedical sensors with ESP32 for real-time vital monitoring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90C2C84-1B87-469D-9F65-7472AF1C2985}" type="parTrans" cxnId="{8A031757-F358-4B9C-B1E1-32A2FE7D901D}">
      <dgm:prSet/>
      <dgm:spPr/>
      <dgm:t>
        <a:bodyPr/>
        <a:lstStyle/>
        <a:p>
          <a:endParaRPr lang="en-IN"/>
        </a:p>
      </dgm:t>
    </dgm:pt>
    <dgm:pt modelId="{B9E5FF60-D6D7-4E96-A52B-D31A878CC834}" type="sibTrans" cxnId="{8A031757-F358-4B9C-B1E1-32A2FE7D901D}">
      <dgm:prSet/>
      <dgm:spPr/>
      <dgm:t>
        <a:bodyPr/>
        <a:lstStyle/>
        <a:p>
          <a:endParaRPr lang="en-IN"/>
        </a:p>
      </dgm:t>
    </dgm:pt>
    <dgm:pt modelId="{038B7B10-9634-4C02-A412-35AAC1AA0D84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Provide scalable and low-cost healthcare monitoring solution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7F10B28-2D10-4E18-B69C-2C7F9A915666}" type="parTrans" cxnId="{CD5FE9B4-9ECA-4AA4-B078-86222623CD48}">
      <dgm:prSet/>
      <dgm:spPr/>
      <dgm:t>
        <a:bodyPr/>
        <a:lstStyle/>
        <a:p>
          <a:endParaRPr lang="en-IN"/>
        </a:p>
      </dgm:t>
    </dgm:pt>
    <dgm:pt modelId="{7C712F35-1311-4ECB-92F0-0B9144303BA5}" type="sibTrans" cxnId="{CD5FE9B4-9ECA-4AA4-B078-86222623CD48}">
      <dgm:prSet/>
      <dgm:spPr/>
      <dgm:t>
        <a:bodyPr/>
        <a:lstStyle/>
        <a:p>
          <a:endParaRPr lang="en-IN"/>
        </a:p>
      </dgm:t>
    </dgm:pt>
    <dgm:pt modelId="{9379AB27-AD7A-48D1-83BF-99DCA0DEC8EC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Design responsive web dashboard for doctors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97647D0-66EE-4956-8078-BCC59D0768A2}" type="parTrans" cxnId="{4E1E7F38-24D0-4239-8765-3B8EC4A5D249}">
      <dgm:prSet/>
      <dgm:spPr/>
      <dgm:t>
        <a:bodyPr/>
        <a:lstStyle/>
        <a:p>
          <a:endParaRPr lang="en-IN"/>
        </a:p>
      </dgm:t>
    </dgm:pt>
    <dgm:pt modelId="{A4F92534-AEF6-4D18-A80F-883B42C62D8A}" type="sibTrans" cxnId="{4E1E7F38-24D0-4239-8765-3B8EC4A5D249}">
      <dgm:prSet/>
      <dgm:spPr/>
      <dgm:t>
        <a:bodyPr/>
        <a:lstStyle/>
        <a:p>
          <a:endParaRPr lang="en-IN"/>
        </a:p>
      </dgm:t>
    </dgm:pt>
    <dgm:pt modelId="{232D2E9B-079B-44E4-980D-F98380E787C6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Develop Android app for notifications and SOS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3160B7-41FE-433A-8B05-AF051C575FAF}" type="parTrans" cxnId="{2C7E72E1-5DB3-4346-8513-388218EC0414}">
      <dgm:prSet/>
      <dgm:spPr/>
      <dgm:t>
        <a:bodyPr/>
        <a:lstStyle/>
        <a:p>
          <a:endParaRPr lang="en-IN"/>
        </a:p>
      </dgm:t>
    </dgm:pt>
    <dgm:pt modelId="{E804E729-6504-46FD-9E29-0B32AD74C41F}" type="sibTrans" cxnId="{2C7E72E1-5DB3-4346-8513-388218EC0414}">
      <dgm:prSet/>
      <dgm:spPr/>
      <dgm:t>
        <a:bodyPr/>
        <a:lstStyle/>
        <a:p>
          <a:endParaRPr lang="en-IN"/>
        </a:p>
      </dgm:t>
    </dgm:pt>
    <dgm:pt modelId="{CE547EA2-D178-4C0C-895F-933BC6BFFDF5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Transmit sensor data securely to cloud (Firebase)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EE9AE7-1450-434B-866E-326B5EE783BA}" type="parTrans" cxnId="{2B1D24E1-D9EC-4509-B7C2-D1C234D6DDD2}">
      <dgm:prSet/>
      <dgm:spPr/>
      <dgm:t>
        <a:bodyPr/>
        <a:lstStyle/>
        <a:p>
          <a:endParaRPr lang="en-IN"/>
        </a:p>
      </dgm:t>
    </dgm:pt>
    <dgm:pt modelId="{11CB4E36-0D4F-4C66-AC39-DC87434FE624}" type="sibTrans" cxnId="{2B1D24E1-D9EC-4509-B7C2-D1C234D6DDD2}">
      <dgm:prSet/>
      <dgm:spPr/>
      <dgm:t>
        <a:bodyPr/>
        <a:lstStyle/>
        <a:p>
          <a:endParaRPr lang="en-IN"/>
        </a:p>
      </dgm:t>
    </dgm:pt>
    <dgm:pt modelId="{14C56DE7-BDB7-448F-8F00-6506C1F33AA5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Ethical handling, privacy, and access control of healthcare data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159660-4EFE-4A6C-8C10-E78E82DED578}" type="parTrans" cxnId="{CA03F542-426C-411C-A92A-BF58325CED04}">
      <dgm:prSet/>
      <dgm:spPr/>
      <dgm:t>
        <a:bodyPr/>
        <a:lstStyle/>
        <a:p>
          <a:endParaRPr lang="en-IN"/>
        </a:p>
      </dgm:t>
    </dgm:pt>
    <dgm:pt modelId="{C380CCDF-49FD-4A2A-A26C-BCF54E2DD698}" type="sibTrans" cxnId="{CA03F542-426C-411C-A92A-BF58325CED04}">
      <dgm:prSet/>
      <dgm:spPr/>
      <dgm:t>
        <a:bodyPr/>
        <a:lstStyle/>
        <a:p>
          <a:endParaRPr lang="en-IN"/>
        </a:p>
      </dgm:t>
    </dgm:pt>
    <dgm:pt modelId="{30279088-8F7E-4A50-B63B-83D364C8AF3F}" type="pres">
      <dgm:prSet presAssocID="{5912A982-DBE5-4A2D-A103-1B7FD41FD45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468800D-17D1-48B3-AF85-68878CFBCA54}" type="pres">
      <dgm:prSet presAssocID="{56D1CECE-00E1-4D09-ABB4-F4E0A14E44F7}" presName="vertOne" presStyleCnt="0"/>
      <dgm:spPr/>
    </dgm:pt>
    <dgm:pt modelId="{C6861DF1-0DA2-414D-A3AE-F58A1CDF55FC}" type="pres">
      <dgm:prSet presAssocID="{56D1CECE-00E1-4D09-ABB4-F4E0A14E44F7}" presName="txOne" presStyleLbl="node0" presStyleIdx="0" presStyleCnt="1" custLinFactNeighborX="-66" custLinFactNeighborY="-11080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59A570A1-8DED-4D00-9460-9A3745AE1D07}" type="pres">
      <dgm:prSet presAssocID="{56D1CECE-00E1-4D09-ABB4-F4E0A14E44F7}" presName="parTransOne" presStyleCnt="0"/>
      <dgm:spPr/>
    </dgm:pt>
    <dgm:pt modelId="{97334EA8-0D41-4708-8776-0F772141F322}" type="pres">
      <dgm:prSet presAssocID="{56D1CECE-00E1-4D09-ABB4-F4E0A14E44F7}" presName="horzOne" presStyleCnt="0"/>
      <dgm:spPr/>
    </dgm:pt>
    <dgm:pt modelId="{94B2DCA3-C35A-4245-AD41-8099B4EFCC8A}" type="pres">
      <dgm:prSet presAssocID="{038B7B10-9634-4C02-A412-35AAC1AA0D84}" presName="vertTwo" presStyleCnt="0"/>
      <dgm:spPr/>
    </dgm:pt>
    <dgm:pt modelId="{A4AE5627-5AAE-4897-8C96-60ADAA489287}" type="pres">
      <dgm:prSet presAssocID="{038B7B10-9634-4C02-A412-35AAC1AA0D84}" presName="txTwo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FB20E400-F744-49C3-8DF3-CFCE6B6B2DB9}" type="pres">
      <dgm:prSet presAssocID="{038B7B10-9634-4C02-A412-35AAC1AA0D84}" presName="parTransTwo" presStyleCnt="0"/>
      <dgm:spPr/>
    </dgm:pt>
    <dgm:pt modelId="{0E554441-DA22-4127-B2C0-981525DA889F}" type="pres">
      <dgm:prSet presAssocID="{038B7B10-9634-4C02-A412-35AAC1AA0D84}" presName="horzTwo" presStyleCnt="0"/>
      <dgm:spPr/>
    </dgm:pt>
    <dgm:pt modelId="{1361385A-6BBE-447F-ADFA-5131367D294A}" type="pres">
      <dgm:prSet presAssocID="{9379AB27-AD7A-48D1-83BF-99DCA0DEC8EC}" presName="vertThree" presStyleCnt="0"/>
      <dgm:spPr/>
    </dgm:pt>
    <dgm:pt modelId="{454BE7F6-093A-474A-B135-325DACFD52C0}" type="pres">
      <dgm:prSet presAssocID="{9379AB27-AD7A-48D1-83BF-99DCA0DEC8EC}" presName="txThree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BCD31BFA-7593-4572-B9AD-AD873588CA49}" type="pres">
      <dgm:prSet presAssocID="{9379AB27-AD7A-48D1-83BF-99DCA0DEC8EC}" presName="horzThree" presStyleCnt="0"/>
      <dgm:spPr/>
    </dgm:pt>
    <dgm:pt modelId="{E3C65A06-0A21-45C7-A7B1-1DE590F52BF3}" type="pres">
      <dgm:prSet presAssocID="{A4F92534-AEF6-4D18-A80F-883B42C62D8A}" presName="sibSpaceThree" presStyleCnt="0"/>
      <dgm:spPr/>
    </dgm:pt>
    <dgm:pt modelId="{1B9D8D35-D3B4-416B-8678-DCFD6725E5D3}" type="pres">
      <dgm:prSet presAssocID="{232D2E9B-079B-44E4-980D-F98380E787C6}" presName="vertThree" presStyleCnt="0"/>
      <dgm:spPr/>
    </dgm:pt>
    <dgm:pt modelId="{CD86B9AD-7F3B-4D9E-BF6A-22B6534A72B3}" type="pres">
      <dgm:prSet presAssocID="{232D2E9B-079B-44E4-980D-F98380E787C6}" presName="txThree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0466E97C-7095-41E0-ADF2-22F6EFD80A62}" type="pres">
      <dgm:prSet presAssocID="{232D2E9B-079B-44E4-980D-F98380E787C6}" presName="horzThree" presStyleCnt="0"/>
      <dgm:spPr/>
    </dgm:pt>
    <dgm:pt modelId="{BFA67252-ADEB-4CEC-8659-4EB0F1FBE569}" type="pres">
      <dgm:prSet presAssocID="{7C712F35-1311-4ECB-92F0-0B9144303BA5}" presName="sibSpaceTwo" presStyleCnt="0"/>
      <dgm:spPr/>
    </dgm:pt>
    <dgm:pt modelId="{5E5E6DA6-504E-44EB-AB37-8BF413D2A5E3}" type="pres">
      <dgm:prSet presAssocID="{CE547EA2-D178-4C0C-895F-933BC6BFFDF5}" presName="vertTwo" presStyleCnt="0"/>
      <dgm:spPr/>
    </dgm:pt>
    <dgm:pt modelId="{7CDB181C-1273-494D-8A2F-5AA846A525AE}" type="pres">
      <dgm:prSet presAssocID="{CE547EA2-D178-4C0C-895F-933BC6BFFDF5}" presName="txTwo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9FA09385-C818-4B90-9112-2C98D708E4EB}" type="pres">
      <dgm:prSet presAssocID="{CE547EA2-D178-4C0C-895F-933BC6BFFDF5}" presName="parTransTwo" presStyleCnt="0"/>
      <dgm:spPr/>
    </dgm:pt>
    <dgm:pt modelId="{0497BCEA-9897-4508-B0EE-0628623F9AC3}" type="pres">
      <dgm:prSet presAssocID="{CE547EA2-D178-4C0C-895F-933BC6BFFDF5}" presName="horzTwo" presStyleCnt="0"/>
      <dgm:spPr/>
    </dgm:pt>
    <dgm:pt modelId="{EAF815DE-D3DB-44C0-8004-A9F71C876DAB}" type="pres">
      <dgm:prSet presAssocID="{14C56DE7-BDB7-448F-8F00-6506C1F33AA5}" presName="vertThree" presStyleCnt="0"/>
      <dgm:spPr/>
    </dgm:pt>
    <dgm:pt modelId="{2F6A2D80-15E5-4D56-B671-031CA97FAF71}" type="pres">
      <dgm:prSet presAssocID="{14C56DE7-BDB7-448F-8F00-6506C1F33AA5}" presName="txThree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F6503386-775A-429D-9584-0E01A26AB3A1}" type="pres">
      <dgm:prSet presAssocID="{14C56DE7-BDB7-448F-8F00-6506C1F33AA5}" presName="horzThree" presStyleCnt="0"/>
      <dgm:spPr/>
    </dgm:pt>
  </dgm:ptLst>
  <dgm:cxnLst>
    <dgm:cxn modelId="{CD5FE9B4-9ECA-4AA4-B078-86222623CD48}" srcId="{56D1CECE-00E1-4D09-ABB4-F4E0A14E44F7}" destId="{038B7B10-9634-4C02-A412-35AAC1AA0D84}" srcOrd="0" destOrd="0" parTransId="{D7F10B28-2D10-4E18-B69C-2C7F9A915666}" sibTransId="{7C712F35-1311-4ECB-92F0-0B9144303BA5}"/>
    <dgm:cxn modelId="{C367D0ED-CDA1-499A-B4B5-FBAEAFF4841A}" type="presOf" srcId="{038B7B10-9634-4C02-A412-35AAC1AA0D84}" destId="{A4AE5627-5AAE-4897-8C96-60ADAA489287}" srcOrd="0" destOrd="0" presId="urn:microsoft.com/office/officeart/2005/8/layout/hierarchy4"/>
    <dgm:cxn modelId="{4ADE2A63-CB23-4985-B4B3-DD66B2512414}" type="presOf" srcId="{5912A982-DBE5-4A2D-A103-1B7FD41FD452}" destId="{30279088-8F7E-4A50-B63B-83D364C8AF3F}" srcOrd="0" destOrd="0" presId="urn:microsoft.com/office/officeart/2005/8/layout/hierarchy4"/>
    <dgm:cxn modelId="{2B1D24E1-D9EC-4509-B7C2-D1C234D6DDD2}" srcId="{56D1CECE-00E1-4D09-ABB4-F4E0A14E44F7}" destId="{CE547EA2-D178-4C0C-895F-933BC6BFFDF5}" srcOrd="1" destOrd="0" parTransId="{32EE9AE7-1450-434B-866E-326B5EE783BA}" sibTransId="{11CB4E36-0D4F-4C66-AC39-DC87434FE624}"/>
    <dgm:cxn modelId="{37C205F7-FBCF-49FE-B4FB-D38D24E54C32}" type="presOf" srcId="{9379AB27-AD7A-48D1-83BF-99DCA0DEC8EC}" destId="{454BE7F6-093A-474A-B135-325DACFD52C0}" srcOrd="0" destOrd="0" presId="urn:microsoft.com/office/officeart/2005/8/layout/hierarchy4"/>
    <dgm:cxn modelId="{B7BEE135-4671-4972-BFC6-50CDAD785C00}" type="presOf" srcId="{56D1CECE-00E1-4D09-ABB4-F4E0A14E44F7}" destId="{C6861DF1-0DA2-414D-A3AE-F58A1CDF55FC}" srcOrd="0" destOrd="0" presId="urn:microsoft.com/office/officeart/2005/8/layout/hierarchy4"/>
    <dgm:cxn modelId="{2C7E72E1-5DB3-4346-8513-388218EC0414}" srcId="{038B7B10-9634-4C02-A412-35AAC1AA0D84}" destId="{232D2E9B-079B-44E4-980D-F98380E787C6}" srcOrd="1" destOrd="0" parTransId="{283160B7-41FE-433A-8B05-AF051C575FAF}" sibTransId="{E804E729-6504-46FD-9E29-0B32AD74C41F}"/>
    <dgm:cxn modelId="{8A031757-F358-4B9C-B1E1-32A2FE7D901D}" srcId="{5912A982-DBE5-4A2D-A103-1B7FD41FD452}" destId="{56D1CECE-00E1-4D09-ABB4-F4E0A14E44F7}" srcOrd="0" destOrd="0" parTransId="{B90C2C84-1B87-469D-9F65-7472AF1C2985}" sibTransId="{B9E5FF60-D6D7-4E96-A52B-D31A878CC834}"/>
    <dgm:cxn modelId="{3B99C1E5-A4BF-4CBF-B290-2FA258F4052A}" type="presOf" srcId="{232D2E9B-079B-44E4-980D-F98380E787C6}" destId="{CD86B9AD-7F3B-4D9E-BF6A-22B6534A72B3}" srcOrd="0" destOrd="0" presId="urn:microsoft.com/office/officeart/2005/8/layout/hierarchy4"/>
    <dgm:cxn modelId="{4E1E7F38-24D0-4239-8765-3B8EC4A5D249}" srcId="{038B7B10-9634-4C02-A412-35AAC1AA0D84}" destId="{9379AB27-AD7A-48D1-83BF-99DCA0DEC8EC}" srcOrd="0" destOrd="0" parTransId="{597647D0-66EE-4956-8078-BCC59D0768A2}" sibTransId="{A4F92534-AEF6-4D18-A80F-883B42C62D8A}"/>
    <dgm:cxn modelId="{CA03F542-426C-411C-A92A-BF58325CED04}" srcId="{CE547EA2-D178-4C0C-895F-933BC6BFFDF5}" destId="{14C56DE7-BDB7-448F-8F00-6506C1F33AA5}" srcOrd="0" destOrd="0" parTransId="{9F159660-4EFE-4A6C-8C10-E78E82DED578}" sibTransId="{C380CCDF-49FD-4A2A-A26C-BCF54E2DD698}"/>
    <dgm:cxn modelId="{DEBA9E0C-2848-4CD0-82E5-4527408471FC}" type="presOf" srcId="{CE547EA2-D178-4C0C-895F-933BC6BFFDF5}" destId="{7CDB181C-1273-494D-8A2F-5AA846A525AE}" srcOrd="0" destOrd="0" presId="urn:microsoft.com/office/officeart/2005/8/layout/hierarchy4"/>
    <dgm:cxn modelId="{96B17071-6753-4DB8-9E6A-C9D736D4E594}" type="presOf" srcId="{14C56DE7-BDB7-448F-8F00-6506C1F33AA5}" destId="{2F6A2D80-15E5-4D56-B671-031CA97FAF71}" srcOrd="0" destOrd="0" presId="urn:microsoft.com/office/officeart/2005/8/layout/hierarchy4"/>
    <dgm:cxn modelId="{6B93492C-3555-4BF0-9BB4-5EF248519C4D}" type="presParOf" srcId="{30279088-8F7E-4A50-B63B-83D364C8AF3F}" destId="{D468800D-17D1-48B3-AF85-68878CFBCA54}" srcOrd="0" destOrd="0" presId="urn:microsoft.com/office/officeart/2005/8/layout/hierarchy4"/>
    <dgm:cxn modelId="{9F2F1759-C569-464F-A27C-4FCA6A26FD87}" type="presParOf" srcId="{D468800D-17D1-48B3-AF85-68878CFBCA54}" destId="{C6861DF1-0DA2-414D-A3AE-F58A1CDF55FC}" srcOrd="0" destOrd="0" presId="urn:microsoft.com/office/officeart/2005/8/layout/hierarchy4"/>
    <dgm:cxn modelId="{1E6A56AD-15F9-4745-869B-05AD86D00E5F}" type="presParOf" srcId="{D468800D-17D1-48B3-AF85-68878CFBCA54}" destId="{59A570A1-8DED-4D00-9460-9A3745AE1D07}" srcOrd="1" destOrd="0" presId="urn:microsoft.com/office/officeart/2005/8/layout/hierarchy4"/>
    <dgm:cxn modelId="{BF0480C3-B02C-44B1-8A68-59FB98F59FD6}" type="presParOf" srcId="{D468800D-17D1-48B3-AF85-68878CFBCA54}" destId="{97334EA8-0D41-4708-8776-0F772141F322}" srcOrd="2" destOrd="0" presId="urn:microsoft.com/office/officeart/2005/8/layout/hierarchy4"/>
    <dgm:cxn modelId="{1182B3D4-D262-4C36-9A97-A82169F1950A}" type="presParOf" srcId="{97334EA8-0D41-4708-8776-0F772141F322}" destId="{94B2DCA3-C35A-4245-AD41-8099B4EFCC8A}" srcOrd="0" destOrd="0" presId="urn:microsoft.com/office/officeart/2005/8/layout/hierarchy4"/>
    <dgm:cxn modelId="{75D0432A-6ECC-4104-840C-0D3C43EDDD64}" type="presParOf" srcId="{94B2DCA3-C35A-4245-AD41-8099B4EFCC8A}" destId="{A4AE5627-5AAE-4897-8C96-60ADAA489287}" srcOrd="0" destOrd="0" presId="urn:microsoft.com/office/officeart/2005/8/layout/hierarchy4"/>
    <dgm:cxn modelId="{878CF3C3-A541-4FE9-9FF8-BCC23CF45BC8}" type="presParOf" srcId="{94B2DCA3-C35A-4245-AD41-8099B4EFCC8A}" destId="{FB20E400-F744-49C3-8DF3-CFCE6B6B2DB9}" srcOrd="1" destOrd="0" presId="urn:microsoft.com/office/officeart/2005/8/layout/hierarchy4"/>
    <dgm:cxn modelId="{5CCDAA4F-8ECB-4FB6-87A1-B29DFD730557}" type="presParOf" srcId="{94B2DCA3-C35A-4245-AD41-8099B4EFCC8A}" destId="{0E554441-DA22-4127-B2C0-981525DA889F}" srcOrd="2" destOrd="0" presId="urn:microsoft.com/office/officeart/2005/8/layout/hierarchy4"/>
    <dgm:cxn modelId="{A65370CE-2BAD-4DA2-BC36-6A09264CB840}" type="presParOf" srcId="{0E554441-DA22-4127-B2C0-981525DA889F}" destId="{1361385A-6BBE-447F-ADFA-5131367D294A}" srcOrd="0" destOrd="0" presId="urn:microsoft.com/office/officeart/2005/8/layout/hierarchy4"/>
    <dgm:cxn modelId="{385F5B0E-73D2-4099-9F7D-B340D9692CD3}" type="presParOf" srcId="{1361385A-6BBE-447F-ADFA-5131367D294A}" destId="{454BE7F6-093A-474A-B135-325DACFD52C0}" srcOrd="0" destOrd="0" presId="urn:microsoft.com/office/officeart/2005/8/layout/hierarchy4"/>
    <dgm:cxn modelId="{795C2D28-5572-4692-9E99-27A0AE86EF9D}" type="presParOf" srcId="{1361385A-6BBE-447F-ADFA-5131367D294A}" destId="{BCD31BFA-7593-4572-B9AD-AD873588CA49}" srcOrd="1" destOrd="0" presId="urn:microsoft.com/office/officeart/2005/8/layout/hierarchy4"/>
    <dgm:cxn modelId="{7104A738-4CD2-43F5-AA8A-FA0B7F811800}" type="presParOf" srcId="{0E554441-DA22-4127-B2C0-981525DA889F}" destId="{E3C65A06-0A21-45C7-A7B1-1DE590F52BF3}" srcOrd="1" destOrd="0" presId="urn:microsoft.com/office/officeart/2005/8/layout/hierarchy4"/>
    <dgm:cxn modelId="{740F1EBB-F295-4D36-9A8F-F7DA56AE1B2C}" type="presParOf" srcId="{0E554441-DA22-4127-B2C0-981525DA889F}" destId="{1B9D8D35-D3B4-416B-8678-DCFD6725E5D3}" srcOrd="2" destOrd="0" presId="urn:microsoft.com/office/officeart/2005/8/layout/hierarchy4"/>
    <dgm:cxn modelId="{1D733CFC-5E29-4642-BA5B-5A3B58AA477E}" type="presParOf" srcId="{1B9D8D35-D3B4-416B-8678-DCFD6725E5D3}" destId="{CD86B9AD-7F3B-4D9E-BF6A-22B6534A72B3}" srcOrd="0" destOrd="0" presId="urn:microsoft.com/office/officeart/2005/8/layout/hierarchy4"/>
    <dgm:cxn modelId="{02457034-D936-49A3-8149-5DAC25B7B98F}" type="presParOf" srcId="{1B9D8D35-D3B4-416B-8678-DCFD6725E5D3}" destId="{0466E97C-7095-41E0-ADF2-22F6EFD80A62}" srcOrd="1" destOrd="0" presId="urn:microsoft.com/office/officeart/2005/8/layout/hierarchy4"/>
    <dgm:cxn modelId="{71992532-9059-45C8-BC50-8C66912A94A8}" type="presParOf" srcId="{97334EA8-0D41-4708-8776-0F772141F322}" destId="{BFA67252-ADEB-4CEC-8659-4EB0F1FBE569}" srcOrd="1" destOrd="0" presId="urn:microsoft.com/office/officeart/2005/8/layout/hierarchy4"/>
    <dgm:cxn modelId="{5391E332-CBA6-4E8B-8B28-E31BF464ABA9}" type="presParOf" srcId="{97334EA8-0D41-4708-8776-0F772141F322}" destId="{5E5E6DA6-504E-44EB-AB37-8BF413D2A5E3}" srcOrd="2" destOrd="0" presId="urn:microsoft.com/office/officeart/2005/8/layout/hierarchy4"/>
    <dgm:cxn modelId="{18FDBAA8-62EE-4409-B56A-FB9061A45C19}" type="presParOf" srcId="{5E5E6DA6-504E-44EB-AB37-8BF413D2A5E3}" destId="{7CDB181C-1273-494D-8A2F-5AA846A525AE}" srcOrd="0" destOrd="0" presId="urn:microsoft.com/office/officeart/2005/8/layout/hierarchy4"/>
    <dgm:cxn modelId="{454923F4-9BD9-4CC8-9E59-A41AE04B0FD3}" type="presParOf" srcId="{5E5E6DA6-504E-44EB-AB37-8BF413D2A5E3}" destId="{9FA09385-C818-4B90-9112-2C98D708E4EB}" srcOrd="1" destOrd="0" presId="urn:microsoft.com/office/officeart/2005/8/layout/hierarchy4"/>
    <dgm:cxn modelId="{5E394A91-7A60-4CB4-9777-8CC73E906C92}" type="presParOf" srcId="{5E5E6DA6-504E-44EB-AB37-8BF413D2A5E3}" destId="{0497BCEA-9897-4508-B0EE-0628623F9AC3}" srcOrd="2" destOrd="0" presId="urn:microsoft.com/office/officeart/2005/8/layout/hierarchy4"/>
    <dgm:cxn modelId="{5955C588-3B2C-40ED-BB95-6DB4EF2204CE}" type="presParOf" srcId="{0497BCEA-9897-4508-B0EE-0628623F9AC3}" destId="{EAF815DE-D3DB-44C0-8004-A9F71C876DAB}" srcOrd="0" destOrd="0" presId="urn:microsoft.com/office/officeart/2005/8/layout/hierarchy4"/>
    <dgm:cxn modelId="{F48D6FA3-B6E4-41C6-B000-C26288565B9B}" type="presParOf" srcId="{EAF815DE-D3DB-44C0-8004-A9F71C876DAB}" destId="{2F6A2D80-15E5-4D56-B671-031CA97FAF71}" srcOrd="0" destOrd="0" presId="urn:microsoft.com/office/officeart/2005/8/layout/hierarchy4"/>
    <dgm:cxn modelId="{CED46F68-8100-4B6F-9374-96F2255849F7}" type="presParOf" srcId="{EAF815DE-D3DB-44C0-8004-A9F71C876DAB}" destId="{F6503386-775A-429D-9584-0E01A26AB3A1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A72F8E-B3C6-4D88-956D-D3DEF205AA5A}" type="doc">
      <dgm:prSet loTypeId="urn:microsoft.com/office/officeart/2008/layout/AlternatingPictureBlock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AF6D1A2-758B-4DA1-BC96-01CF8DB28041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Real-time monitoring of vital signs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229F77-3C5F-4F90-8C70-0BBE375EA823}" type="parTrans" cxnId="{C2510B46-318F-45F1-9BD5-B9A2CF9FC70C}">
      <dgm:prSet/>
      <dgm:spPr/>
      <dgm:t>
        <a:bodyPr/>
        <a:lstStyle/>
        <a:p>
          <a:endParaRPr lang="en-IN"/>
        </a:p>
      </dgm:t>
    </dgm:pt>
    <dgm:pt modelId="{59962E3B-5AEE-4261-A37E-59C9CD3EFE3A}" type="sibTrans" cxnId="{C2510B46-318F-45F1-9BD5-B9A2CF9FC70C}">
      <dgm:prSet/>
      <dgm:spPr/>
      <dgm:t>
        <a:bodyPr/>
        <a:lstStyle/>
        <a:p>
          <a:endParaRPr lang="en-IN"/>
        </a:p>
      </dgm:t>
    </dgm:pt>
    <dgm:pt modelId="{A3F4DFDA-52C8-41E8-AFA9-24E2E4C24BED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Cloud-based data storage and synchronization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B2EDDA-8582-4B1C-949A-8076C1700B62}" type="parTrans" cxnId="{CB25D5EC-0157-4A17-B0F2-9DE575F0C14D}">
      <dgm:prSet/>
      <dgm:spPr/>
      <dgm:t>
        <a:bodyPr/>
        <a:lstStyle/>
        <a:p>
          <a:endParaRPr lang="en-IN"/>
        </a:p>
      </dgm:t>
    </dgm:pt>
    <dgm:pt modelId="{DA06AB29-DAE4-41DC-9FBA-C5FDD23C9D0E}" type="sibTrans" cxnId="{CB25D5EC-0157-4A17-B0F2-9DE575F0C14D}">
      <dgm:prSet/>
      <dgm:spPr/>
      <dgm:t>
        <a:bodyPr/>
        <a:lstStyle/>
        <a:p>
          <a:endParaRPr lang="en-IN"/>
        </a:p>
      </dgm:t>
    </dgm:pt>
    <dgm:pt modelId="{157C7B40-7C63-4D4F-951A-1573D199349B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Automatic emergency alerts (notifications/SMS)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168CA1-C33F-4A31-B7F5-2446F38AAD66}" type="parTrans" cxnId="{21D6F9B5-3D4A-43F4-ADC6-EEBF5DF19B21}">
      <dgm:prSet/>
      <dgm:spPr/>
      <dgm:t>
        <a:bodyPr/>
        <a:lstStyle/>
        <a:p>
          <a:endParaRPr lang="en-IN"/>
        </a:p>
      </dgm:t>
    </dgm:pt>
    <dgm:pt modelId="{356463EB-EA79-4D27-A017-FEBF4C606F82}" type="sibTrans" cxnId="{21D6F9B5-3D4A-43F4-ADC6-EEBF5DF19B21}">
      <dgm:prSet/>
      <dgm:spPr/>
      <dgm:t>
        <a:bodyPr/>
        <a:lstStyle/>
        <a:p>
          <a:endParaRPr lang="en-IN"/>
        </a:p>
      </dgm:t>
    </dgm:pt>
    <dgm:pt modelId="{2D0DC356-801B-4C05-9E6D-FA62453C0D15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Low-cost and scalable architecture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AD6E839-86D1-468C-94F4-EA445313837E}" type="parTrans" cxnId="{D797CE1A-5143-4AB3-B43E-B116A988DD93}">
      <dgm:prSet/>
      <dgm:spPr/>
      <dgm:t>
        <a:bodyPr/>
        <a:lstStyle/>
        <a:p>
          <a:endParaRPr lang="en-IN"/>
        </a:p>
      </dgm:t>
    </dgm:pt>
    <dgm:pt modelId="{3B30EEF2-97CD-41AF-AA8E-8D2A71F224FE}" type="sibTrans" cxnId="{D797CE1A-5143-4AB3-B43E-B116A988DD93}">
      <dgm:prSet/>
      <dgm:spPr/>
      <dgm:t>
        <a:bodyPr/>
        <a:lstStyle/>
        <a:p>
          <a:endParaRPr lang="en-IN"/>
        </a:p>
      </dgm:t>
    </dgm:pt>
    <dgm:pt modelId="{B3CDF18C-0729-420D-9498-59A473472F4B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Role-based access (patient, caregiver, doctor)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45419EB-6B93-47C6-9E83-45ABAD3703B6}" type="parTrans" cxnId="{49B882F8-44DC-4DEA-B2CC-66027E49D0B1}">
      <dgm:prSet/>
      <dgm:spPr/>
      <dgm:t>
        <a:bodyPr/>
        <a:lstStyle/>
        <a:p>
          <a:endParaRPr lang="en-IN"/>
        </a:p>
      </dgm:t>
    </dgm:pt>
    <dgm:pt modelId="{2903699B-5205-471D-9B93-F1319E77E6EB}" type="sibTrans" cxnId="{49B882F8-44DC-4DEA-B2CC-66027E49D0B1}">
      <dgm:prSet/>
      <dgm:spPr/>
      <dgm:t>
        <a:bodyPr/>
        <a:lstStyle/>
        <a:p>
          <a:endParaRPr lang="en-IN"/>
        </a:p>
      </dgm:t>
    </dgm:pt>
    <dgm:pt modelId="{C0B9B34C-1D52-42BB-ABD3-CC98235597EC}">
      <dgm:prSet phldrT="[Text]"/>
      <dgm:spPr/>
      <dgm:t>
        <a:bodyPr/>
        <a:lstStyle/>
        <a:p>
          <a:pPr rtl="0"/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Designed for elderly and chronic patients requiring continuous monitoring	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58119F2-4611-4C34-A684-D9FE8B0C247B}" type="parTrans" cxnId="{D0C098F3-DB85-4271-B96B-5590185AA892}">
      <dgm:prSet/>
      <dgm:spPr/>
      <dgm:t>
        <a:bodyPr/>
        <a:lstStyle/>
        <a:p>
          <a:endParaRPr lang="en-IN"/>
        </a:p>
      </dgm:t>
    </dgm:pt>
    <dgm:pt modelId="{0C997880-9889-4D68-B489-89AFE0120D58}" type="sibTrans" cxnId="{D0C098F3-DB85-4271-B96B-5590185AA892}">
      <dgm:prSet/>
      <dgm:spPr/>
      <dgm:t>
        <a:bodyPr/>
        <a:lstStyle/>
        <a:p>
          <a:endParaRPr lang="en-IN"/>
        </a:p>
      </dgm:t>
    </dgm:pt>
    <dgm:pt modelId="{B6CD5038-4BFB-4B33-857E-FAACD4D8B464}" type="pres">
      <dgm:prSet presAssocID="{2DA72F8E-B3C6-4D88-956D-D3DEF205AA5A}" presName="linearFlow" presStyleCnt="0">
        <dgm:presLayoutVars>
          <dgm:dir/>
          <dgm:resizeHandles val="exact"/>
        </dgm:presLayoutVars>
      </dgm:prSet>
      <dgm:spPr/>
    </dgm:pt>
    <dgm:pt modelId="{40493A0D-FEE8-4AF9-969C-C583CBF611AB}" type="pres">
      <dgm:prSet presAssocID="{8AF6D1A2-758B-4DA1-BC96-01CF8DB28041}" presName="comp" presStyleCnt="0"/>
      <dgm:spPr/>
    </dgm:pt>
    <dgm:pt modelId="{B8604DE0-75B7-4F80-9021-481103E9CC84}" type="pres">
      <dgm:prSet presAssocID="{8AF6D1A2-758B-4DA1-BC96-01CF8DB28041}" presName="rect2" presStyleLbl="node1" presStyleIdx="0" presStyleCnt="6" custScaleX="274415" custScaleY="76321" custLinFactNeighborX="-33804" custLinFactNeighborY="-677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AE0FD4F-EE89-49B1-96A5-B1DB32F481E3}" type="pres">
      <dgm:prSet presAssocID="{8AF6D1A2-758B-4DA1-BC96-01CF8DB28041}" presName="rect1" presStyleLbl="lnNode1" presStyleIdx="0" presStyleCnt="6" custScaleX="163555" custLinFactX="-119638" custLinFactNeighborX="-200000" custLinFactNeighborY="8757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C34A4ED1-BD5E-44CC-95D8-B4F75CA96A25}" type="pres">
      <dgm:prSet presAssocID="{59962E3B-5AEE-4261-A37E-59C9CD3EFE3A}" presName="sibTrans" presStyleCnt="0"/>
      <dgm:spPr/>
    </dgm:pt>
    <dgm:pt modelId="{46D3D7F1-2248-46A4-BEB8-B0CC64C2F531}" type="pres">
      <dgm:prSet presAssocID="{A3F4DFDA-52C8-41E8-AFA9-24E2E4C24BED}" presName="comp" presStyleCnt="0"/>
      <dgm:spPr/>
    </dgm:pt>
    <dgm:pt modelId="{5A527E5C-4092-465D-A1A3-884D261F2B65}" type="pres">
      <dgm:prSet presAssocID="{A3F4DFDA-52C8-41E8-AFA9-24E2E4C24BED}" presName="rect2" presStyleLbl="node1" presStyleIdx="1" presStyleCnt="6" custScaleX="266450" custScaleY="77597" custLinFactNeighborX="40789" custLinFactNeighborY="-550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3927E74-B795-4186-880E-F328549B64E2}" type="pres">
      <dgm:prSet presAssocID="{A3F4DFDA-52C8-41E8-AFA9-24E2E4C24BED}" presName="rect1" presStyleLbl="lnNode1" presStyleIdx="1" presStyleCnt="6" custScaleX="166247" custLinFactX="105780" custLinFactNeighborX="200000" custLinFactNeighborY="3035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3AD7756A-4538-4418-B4F5-2B6588DA73BA}" type="pres">
      <dgm:prSet presAssocID="{DA06AB29-DAE4-41DC-9FBA-C5FDD23C9D0E}" presName="sibTrans" presStyleCnt="0"/>
      <dgm:spPr/>
    </dgm:pt>
    <dgm:pt modelId="{4236888D-8B4A-428B-BCBE-4341200C70B1}" type="pres">
      <dgm:prSet presAssocID="{157C7B40-7C63-4D4F-951A-1573D199349B}" presName="comp" presStyleCnt="0"/>
      <dgm:spPr/>
    </dgm:pt>
    <dgm:pt modelId="{FDF54877-1B77-46B8-AE33-CAA795B01CD6}" type="pres">
      <dgm:prSet presAssocID="{157C7B40-7C63-4D4F-951A-1573D199349B}" presName="rect2" presStyleLbl="node1" presStyleIdx="2" presStyleCnt="6" custScaleX="274415" custScaleY="76321" custLinFactNeighborX="-35151" custLinFactNeighborY="-447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8D5252D-D6E4-4FB9-86F7-6332174C7595}" type="pres">
      <dgm:prSet presAssocID="{157C7B40-7C63-4D4F-951A-1573D199349B}" presName="rect1" presStyleLbl="lnNode1" presStyleIdx="2" presStyleCnt="6" custScaleX="163555" custLinFactX="-123451" custLinFactNeighborX="-200000" custLinFactNeighborY="7367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  <dgm:pt modelId="{EA0B3F3B-40DE-499E-AC34-5C638015A214}" type="pres">
      <dgm:prSet presAssocID="{356463EB-EA79-4D27-A017-FEBF4C606F82}" presName="sibTrans" presStyleCnt="0"/>
      <dgm:spPr/>
    </dgm:pt>
    <dgm:pt modelId="{9AE0655E-1762-4A8C-ADE9-E0B7E4CC6E14}" type="pres">
      <dgm:prSet presAssocID="{2D0DC356-801B-4C05-9E6D-FA62453C0D15}" presName="comp" presStyleCnt="0"/>
      <dgm:spPr/>
    </dgm:pt>
    <dgm:pt modelId="{4C1C3F6A-943D-481B-A52B-2F573441E4F1}" type="pres">
      <dgm:prSet presAssocID="{2D0DC356-801B-4C05-9E6D-FA62453C0D15}" presName="rect2" presStyleLbl="node1" presStyleIdx="3" presStyleCnt="6" custScaleX="266450" custScaleY="77597" custLinFactNeighborX="29541" custLinFactNeighborY="-1084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7C52D44-B266-4292-980C-D4FD17AB53C7}" type="pres">
      <dgm:prSet presAssocID="{2D0DC356-801B-4C05-9E6D-FA62453C0D15}" presName="rect1" presStyleLbl="lnNode1" presStyleIdx="3" presStyleCnt="6" custScaleX="166247" custLinFactX="105780" custLinFactNeighborX="200000" custLinFactNeighborY="-3391"/>
      <dgm:spPr>
        <a:blipFill rotWithShape="1">
          <a:blip xmlns:r="http://schemas.openxmlformats.org/officeDocument/2006/relationships" r:embed="rId4"/>
          <a:stretch>
            <a:fillRect/>
          </a:stretch>
        </a:blipFill>
      </dgm:spPr>
    </dgm:pt>
    <dgm:pt modelId="{BF1A4F43-1EBA-4951-B98F-DF9F36C9F693}" type="pres">
      <dgm:prSet presAssocID="{3B30EEF2-97CD-41AF-AA8E-8D2A71F224FE}" presName="sibTrans" presStyleCnt="0"/>
      <dgm:spPr/>
    </dgm:pt>
    <dgm:pt modelId="{70BE7CF5-24EB-497D-997C-6FC423805827}" type="pres">
      <dgm:prSet presAssocID="{B3CDF18C-0729-420D-9498-59A473472F4B}" presName="comp" presStyleCnt="0"/>
      <dgm:spPr/>
    </dgm:pt>
    <dgm:pt modelId="{087434D7-651F-425D-942A-123D498AEE82}" type="pres">
      <dgm:prSet presAssocID="{B3CDF18C-0729-420D-9498-59A473472F4B}" presName="rect2" presStyleLbl="node1" presStyleIdx="4" presStyleCnt="6" custScaleX="274415" custScaleY="76321" custLinFactNeighborX="-35151" custLinFactNeighborY="-447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6F2D8F7-F02B-4238-B0EB-2E753CE8B6DD}" type="pres">
      <dgm:prSet presAssocID="{B3CDF18C-0729-420D-9498-59A473472F4B}" presName="rect1" presStyleLbl="lnNode1" presStyleIdx="4" presStyleCnt="6" custScaleX="163555" custLinFactX="-120249" custLinFactNeighborX="-200000" custLinFactNeighborY="6735"/>
      <dgm:spPr>
        <a:blipFill rotWithShape="1">
          <a:blip xmlns:r="http://schemas.openxmlformats.org/officeDocument/2006/relationships" r:embed="rId5"/>
          <a:stretch>
            <a:fillRect/>
          </a:stretch>
        </a:blipFill>
      </dgm:spPr>
    </dgm:pt>
    <dgm:pt modelId="{2C39D420-9E96-404E-A503-1BA78777031D}" type="pres">
      <dgm:prSet presAssocID="{2903699B-5205-471D-9B93-F1319E77E6EB}" presName="sibTrans" presStyleCnt="0"/>
      <dgm:spPr/>
    </dgm:pt>
    <dgm:pt modelId="{1FFF8EDB-8CE1-41D7-B802-FF7EE3B97C32}" type="pres">
      <dgm:prSet presAssocID="{C0B9B34C-1D52-42BB-ABD3-CC98235597EC}" presName="comp" presStyleCnt="0"/>
      <dgm:spPr/>
    </dgm:pt>
    <dgm:pt modelId="{35DCB878-8641-445D-9DCC-44E5AFC605F7}" type="pres">
      <dgm:prSet presAssocID="{C0B9B34C-1D52-42BB-ABD3-CC98235597EC}" presName="rect2" presStyleLbl="node1" presStyleIdx="5" presStyleCnt="6" custScaleX="266450" custScaleY="77597" custLinFactNeighborX="28128" custLinFactNeighborY="-1266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3AC3A1E-6FC4-4A8E-B913-A0DA27815938}" type="pres">
      <dgm:prSet presAssocID="{C0B9B34C-1D52-42BB-ABD3-CC98235597EC}" presName="rect1" presStyleLbl="lnNode1" presStyleIdx="5" presStyleCnt="6" custScaleX="166247" custLinFactX="100000" custLinFactNeighborX="199694" custLinFactNeighborY="-8296"/>
      <dgm:spPr>
        <a:blipFill rotWithShape="1">
          <a:blip xmlns:r="http://schemas.openxmlformats.org/officeDocument/2006/relationships" r:embed="rId6"/>
          <a:stretch>
            <a:fillRect/>
          </a:stretch>
        </a:blipFill>
      </dgm:spPr>
    </dgm:pt>
  </dgm:ptLst>
  <dgm:cxnLst>
    <dgm:cxn modelId="{E6840F48-1C66-439D-91E7-3B723FCC6275}" type="presOf" srcId="{A3F4DFDA-52C8-41E8-AFA9-24E2E4C24BED}" destId="{5A527E5C-4092-465D-A1A3-884D261F2B65}" srcOrd="0" destOrd="0" presId="urn:microsoft.com/office/officeart/2008/layout/AlternatingPictureBlocks"/>
    <dgm:cxn modelId="{C2510B46-318F-45F1-9BD5-B9A2CF9FC70C}" srcId="{2DA72F8E-B3C6-4D88-956D-D3DEF205AA5A}" destId="{8AF6D1A2-758B-4DA1-BC96-01CF8DB28041}" srcOrd="0" destOrd="0" parTransId="{BE229F77-3C5F-4F90-8C70-0BBE375EA823}" sibTransId="{59962E3B-5AEE-4261-A37E-59C9CD3EFE3A}"/>
    <dgm:cxn modelId="{D0C098F3-DB85-4271-B96B-5590185AA892}" srcId="{2DA72F8E-B3C6-4D88-956D-D3DEF205AA5A}" destId="{C0B9B34C-1D52-42BB-ABD3-CC98235597EC}" srcOrd="5" destOrd="0" parTransId="{158119F2-4611-4C34-A684-D9FE8B0C247B}" sibTransId="{0C997880-9889-4D68-B489-89AFE0120D58}"/>
    <dgm:cxn modelId="{10B96C21-2BDD-410C-9E13-9D93A193EBAD}" type="presOf" srcId="{2D0DC356-801B-4C05-9E6D-FA62453C0D15}" destId="{4C1C3F6A-943D-481B-A52B-2F573441E4F1}" srcOrd="0" destOrd="0" presId="urn:microsoft.com/office/officeart/2008/layout/AlternatingPictureBlocks"/>
    <dgm:cxn modelId="{0213A86D-9B22-43FD-9C1D-915CBB2C2575}" type="presOf" srcId="{B3CDF18C-0729-420D-9498-59A473472F4B}" destId="{087434D7-651F-425D-942A-123D498AEE82}" srcOrd="0" destOrd="0" presId="urn:microsoft.com/office/officeart/2008/layout/AlternatingPictureBlocks"/>
    <dgm:cxn modelId="{49B882F8-44DC-4DEA-B2CC-66027E49D0B1}" srcId="{2DA72F8E-B3C6-4D88-956D-D3DEF205AA5A}" destId="{B3CDF18C-0729-420D-9498-59A473472F4B}" srcOrd="4" destOrd="0" parTransId="{845419EB-6B93-47C6-9E83-45ABAD3703B6}" sibTransId="{2903699B-5205-471D-9B93-F1319E77E6EB}"/>
    <dgm:cxn modelId="{21D6F9B5-3D4A-43F4-ADC6-EEBF5DF19B21}" srcId="{2DA72F8E-B3C6-4D88-956D-D3DEF205AA5A}" destId="{157C7B40-7C63-4D4F-951A-1573D199349B}" srcOrd="2" destOrd="0" parTransId="{83168CA1-C33F-4A31-B7F5-2446F38AAD66}" sibTransId="{356463EB-EA79-4D27-A017-FEBF4C606F82}"/>
    <dgm:cxn modelId="{4AB5D3D6-15A3-4F51-BF97-80914A1420FB}" type="presOf" srcId="{157C7B40-7C63-4D4F-951A-1573D199349B}" destId="{FDF54877-1B77-46B8-AE33-CAA795B01CD6}" srcOrd="0" destOrd="0" presId="urn:microsoft.com/office/officeart/2008/layout/AlternatingPictureBlocks"/>
    <dgm:cxn modelId="{D797CE1A-5143-4AB3-B43E-B116A988DD93}" srcId="{2DA72F8E-B3C6-4D88-956D-D3DEF205AA5A}" destId="{2D0DC356-801B-4C05-9E6D-FA62453C0D15}" srcOrd="3" destOrd="0" parTransId="{2AD6E839-86D1-468C-94F4-EA445313837E}" sibTransId="{3B30EEF2-97CD-41AF-AA8E-8D2A71F224FE}"/>
    <dgm:cxn modelId="{A083CF38-8123-4EBF-989A-756FB4E6DB3F}" type="presOf" srcId="{2DA72F8E-B3C6-4D88-956D-D3DEF205AA5A}" destId="{B6CD5038-4BFB-4B33-857E-FAACD4D8B464}" srcOrd="0" destOrd="0" presId="urn:microsoft.com/office/officeart/2008/layout/AlternatingPictureBlocks"/>
    <dgm:cxn modelId="{0AE9E0AE-32FD-48BF-8B64-8F2A0AB91DB8}" type="presOf" srcId="{C0B9B34C-1D52-42BB-ABD3-CC98235597EC}" destId="{35DCB878-8641-445D-9DCC-44E5AFC605F7}" srcOrd="0" destOrd="0" presId="urn:microsoft.com/office/officeart/2008/layout/AlternatingPictureBlocks"/>
    <dgm:cxn modelId="{9928D01C-9CBD-41D9-8EFC-AF7038C03F71}" type="presOf" srcId="{8AF6D1A2-758B-4DA1-BC96-01CF8DB28041}" destId="{B8604DE0-75B7-4F80-9021-481103E9CC84}" srcOrd="0" destOrd="0" presId="urn:microsoft.com/office/officeart/2008/layout/AlternatingPictureBlocks"/>
    <dgm:cxn modelId="{CB25D5EC-0157-4A17-B0F2-9DE575F0C14D}" srcId="{2DA72F8E-B3C6-4D88-956D-D3DEF205AA5A}" destId="{A3F4DFDA-52C8-41E8-AFA9-24E2E4C24BED}" srcOrd="1" destOrd="0" parTransId="{DEB2EDDA-8582-4B1C-949A-8076C1700B62}" sibTransId="{DA06AB29-DAE4-41DC-9FBA-C5FDD23C9D0E}"/>
    <dgm:cxn modelId="{8381EDFA-4B99-432A-88C6-082D8AB1DEDE}" type="presParOf" srcId="{B6CD5038-4BFB-4B33-857E-FAACD4D8B464}" destId="{40493A0D-FEE8-4AF9-969C-C583CBF611AB}" srcOrd="0" destOrd="0" presId="urn:microsoft.com/office/officeart/2008/layout/AlternatingPictureBlocks"/>
    <dgm:cxn modelId="{91D6772C-EF17-4B9C-B5D6-23586FA73B2A}" type="presParOf" srcId="{40493A0D-FEE8-4AF9-969C-C583CBF611AB}" destId="{B8604DE0-75B7-4F80-9021-481103E9CC84}" srcOrd="0" destOrd="0" presId="urn:microsoft.com/office/officeart/2008/layout/AlternatingPictureBlocks"/>
    <dgm:cxn modelId="{F0306F0B-8192-4A56-9D0B-E9C647D4E2B9}" type="presParOf" srcId="{40493A0D-FEE8-4AF9-969C-C583CBF611AB}" destId="{6AE0FD4F-EE89-49B1-96A5-B1DB32F481E3}" srcOrd="1" destOrd="0" presId="urn:microsoft.com/office/officeart/2008/layout/AlternatingPictureBlocks"/>
    <dgm:cxn modelId="{E25CB740-DA8E-487B-AAF0-0580FF1E804B}" type="presParOf" srcId="{B6CD5038-4BFB-4B33-857E-FAACD4D8B464}" destId="{C34A4ED1-BD5E-44CC-95D8-B4F75CA96A25}" srcOrd="1" destOrd="0" presId="urn:microsoft.com/office/officeart/2008/layout/AlternatingPictureBlocks"/>
    <dgm:cxn modelId="{239429BE-56AB-495A-810D-C1EA41F74B68}" type="presParOf" srcId="{B6CD5038-4BFB-4B33-857E-FAACD4D8B464}" destId="{46D3D7F1-2248-46A4-BEB8-B0CC64C2F531}" srcOrd="2" destOrd="0" presId="urn:microsoft.com/office/officeart/2008/layout/AlternatingPictureBlocks"/>
    <dgm:cxn modelId="{219C021D-8691-4311-A7A2-2D0D60BEBEE4}" type="presParOf" srcId="{46D3D7F1-2248-46A4-BEB8-B0CC64C2F531}" destId="{5A527E5C-4092-465D-A1A3-884D261F2B65}" srcOrd="0" destOrd="0" presId="urn:microsoft.com/office/officeart/2008/layout/AlternatingPictureBlocks"/>
    <dgm:cxn modelId="{5A83DEFD-CBAA-4B3D-93FE-4D4869204926}" type="presParOf" srcId="{46D3D7F1-2248-46A4-BEB8-B0CC64C2F531}" destId="{F3927E74-B795-4186-880E-F328549B64E2}" srcOrd="1" destOrd="0" presId="urn:microsoft.com/office/officeart/2008/layout/AlternatingPictureBlocks"/>
    <dgm:cxn modelId="{E17CAFC8-F6A1-49E4-9C24-F710F8242745}" type="presParOf" srcId="{B6CD5038-4BFB-4B33-857E-FAACD4D8B464}" destId="{3AD7756A-4538-4418-B4F5-2B6588DA73BA}" srcOrd="3" destOrd="0" presId="urn:microsoft.com/office/officeart/2008/layout/AlternatingPictureBlocks"/>
    <dgm:cxn modelId="{72F26B8E-32A1-4E3A-9E5D-C83BED29FBEC}" type="presParOf" srcId="{B6CD5038-4BFB-4B33-857E-FAACD4D8B464}" destId="{4236888D-8B4A-428B-BCBE-4341200C70B1}" srcOrd="4" destOrd="0" presId="urn:microsoft.com/office/officeart/2008/layout/AlternatingPictureBlocks"/>
    <dgm:cxn modelId="{95878899-EAE4-4706-B544-AEA5CD3D5BDA}" type="presParOf" srcId="{4236888D-8B4A-428B-BCBE-4341200C70B1}" destId="{FDF54877-1B77-46B8-AE33-CAA795B01CD6}" srcOrd="0" destOrd="0" presId="urn:microsoft.com/office/officeart/2008/layout/AlternatingPictureBlocks"/>
    <dgm:cxn modelId="{F2C79695-0F4A-4264-8DE6-FB926402AC87}" type="presParOf" srcId="{4236888D-8B4A-428B-BCBE-4341200C70B1}" destId="{38D5252D-D6E4-4FB9-86F7-6332174C7595}" srcOrd="1" destOrd="0" presId="urn:microsoft.com/office/officeart/2008/layout/AlternatingPictureBlocks"/>
    <dgm:cxn modelId="{61E18011-FADA-4C63-8639-4984B99EBAD1}" type="presParOf" srcId="{B6CD5038-4BFB-4B33-857E-FAACD4D8B464}" destId="{EA0B3F3B-40DE-499E-AC34-5C638015A214}" srcOrd="5" destOrd="0" presId="urn:microsoft.com/office/officeart/2008/layout/AlternatingPictureBlocks"/>
    <dgm:cxn modelId="{65ACE5A5-A775-47CF-A2BC-7AE9830D83C1}" type="presParOf" srcId="{B6CD5038-4BFB-4B33-857E-FAACD4D8B464}" destId="{9AE0655E-1762-4A8C-ADE9-E0B7E4CC6E14}" srcOrd="6" destOrd="0" presId="urn:microsoft.com/office/officeart/2008/layout/AlternatingPictureBlocks"/>
    <dgm:cxn modelId="{32B7D918-7B6B-4708-9C72-6546F40A1A74}" type="presParOf" srcId="{9AE0655E-1762-4A8C-ADE9-E0B7E4CC6E14}" destId="{4C1C3F6A-943D-481B-A52B-2F573441E4F1}" srcOrd="0" destOrd="0" presId="urn:microsoft.com/office/officeart/2008/layout/AlternatingPictureBlocks"/>
    <dgm:cxn modelId="{7F6FF76F-E829-4E8A-9DC4-77353001DE37}" type="presParOf" srcId="{9AE0655E-1762-4A8C-ADE9-E0B7E4CC6E14}" destId="{37C52D44-B266-4292-980C-D4FD17AB53C7}" srcOrd="1" destOrd="0" presId="urn:microsoft.com/office/officeart/2008/layout/AlternatingPictureBlocks"/>
    <dgm:cxn modelId="{B352C6B7-F195-4C05-A5EF-B5B2074D6AF5}" type="presParOf" srcId="{B6CD5038-4BFB-4B33-857E-FAACD4D8B464}" destId="{BF1A4F43-1EBA-4951-B98F-DF9F36C9F693}" srcOrd="7" destOrd="0" presId="urn:microsoft.com/office/officeart/2008/layout/AlternatingPictureBlocks"/>
    <dgm:cxn modelId="{07315DB9-9205-4AF1-846D-A5E668438913}" type="presParOf" srcId="{B6CD5038-4BFB-4B33-857E-FAACD4D8B464}" destId="{70BE7CF5-24EB-497D-997C-6FC423805827}" srcOrd="8" destOrd="0" presId="urn:microsoft.com/office/officeart/2008/layout/AlternatingPictureBlocks"/>
    <dgm:cxn modelId="{30B84B17-384B-45EF-A0D7-6FA3A57D267D}" type="presParOf" srcId="{70BE7CF5-24EB-497D-997C-6FC423805827}" destId="{087434D7-651F-425D-942A-123D498AEE82}" srcOrd="0" destOrd="0" presId="urn:microsoft.com/office/officeart/2008/layout/AlternatingPictureBlocks"/>
    <dgm:cxn modelId="{F7F809CC-9979-405A-818F-A04DEEFF4E8C}" type="presParOf" srcId="{70BE7CF5-24EB-497D-997C-6FC423805827}" destId="{86F2D8F7-F02B-4238-B0EB-2E753CE8B6DD}" srcOrd="1" destOrd="0" presId="urn:microsoft.com/office/officeart/2008/layout/AlternatingPictureBlocks"/>
    <dgm:cxn modelId="{067076A7-8423-4741-9914-7C0CB4FD2298}" type="presParOf" srcId="{B6CD5038-4BFB-4B33-857E-FAACD4D8B464}" destId="{2C39D420-9E96-404E-A503-1BA78777031D}" srcOrd="9" destOrd="0" presId="urn:microsoft.com/office/officeart/2008/layout/AlternatingPictureBlocks"/>
    <dgm:cxn modelId="{FDB8BCB3-710F-4C17-BAE3-A8AB2E9C5101}" type="presParOf" srcId="{B6CD5038-4BFB-4B33-857E-FAACD4D8B464}" destId="{1FFF8EDB-8CE1-41D7-B802-FF7EE3B97C32}" srcOrd="10" destOrd="0" presId="urn:microsoft.com/office/officeart/2008/layout/AlternatingPictureBlocks"/>
    <dgm:cxn modelId="{A26206D1-D0B5-4750-92D8-5DBFE03467C9}" type="presParOf" srcId="{1FFF8EDB-8CE1-41D7-B802-FF7EE3B97C32}" destId="{35DCB878-8641-445D-9DCC-44E5AFC605F7}" srcOrd="0" destOrd="0" presId="urn:microsoft.com/office/officeart/2008/layout/AlternatingPictureBlocks"/>
    <dgm:cxn modelId="{94B52825-19D3-4C9A-ADD2-556E0878A7DD}" type="presParOf" srcId="{1FFF8EDB-8CE1-41D7-B802-FF7EE3B97C32}" destId="{73AC3A1E-6FC4-4A8E-B913-A0DA27815938}" srcOrd="1" destOrd="0" presId="urn:microsoft.com/office/officeart/2008/layout/AlternatingPictureBlock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ECDFF7-D538-4B6D-9196-5E5D3F43616D}">
      <dsp:nvSpPr>
        <dsp:cNvPr id="0" name=""/>
        <dsp:cNvSpPr/>
      </dsp:nvSpPr>
      <dsp:spPr>
        <a:xfrm>
          <a:off x="3955399" y="2684398"/>
          <a:ext cx="2140600" cy="14358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500" b="1" kern="1200" dirty="0" smtClean="0"/>
            <a:t>Secure Data Storage &amp; </a:t>
          </a:r>
          <a:r>
            <a:rPr lang="en-IN" sz="1500" b="1" kern="1200" dirty="0" err="1" smtClean="0"/>
            <a:t>Visulization</a:t>
          </a:r>
          <a:endParaRPr lang="en-IN" sz="1500" b="1" kern="1200" dirty="0"/>
        </a:p>
      </dsp:txBody>
      <dsp:txXfrm>
        <a:off x="4629120" y="3074898"/>
        <a:ext cx="1435338" cy="1013793"/>
      </dsp:txXfrm>
    </dsp:sp>
    <dsp:sp modelId="{059C28B9-76D4-4CF0-9C23-8E7F2F0EF043}">
      <dsp:nvSpPr>
        <dsp:cNvPr id="0" name=""/>
        <dsp:cNvSpPr/>
      </dsp:nvSpPr>
      <dsp:spPr>
        <a:xfrm>
          <a:off x="23673" y="2695843"/>
          <a:ext cx="2140600" cy="14358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500" b="1" kern="1200" dirty="0" smtClean="0"/>
            <a:t>Emergency Notification to the Doctor</a:t>
          </a:r>
          <a:endParaRPr lang="en-IN" sz="1500" b="1" kern="1200" dirty="0"/>
        </a:p>
      </dsp:txBody>
      <dsp:txXfrm>
        <a:off x="55214" y="3086342"/>
        <a:ext cx="1435338" cy="1013793"/>
      </dsp:txXfrm>
    </dsp:sp>
    <dsp:sp modelId="{A64FDE2F-9FB8-4335-AFF2-B77AD6199546}">
      <dsp:nvSpPr>
        <dsp:cNvPr id="0" name=""/>
        <dsp:cNvSpPr/>
      </dsp:nvSpPr>
      <dsp:spPr>
        <a:xfrm>
          <a:off x="3937029" y="4330"/>
          <a:ext cx="2158970" cy="14358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500" b="1" kern="1200" dirty="0" smtClean="0"/>
            <a:t>Heart Rate, SpO2, </a:t>
          </a:r>
          <a:r>
            <a:rPr lang="en-IN" sz="1500" b="1" kern="1200" dirty="0" err="1" smtClean="0"/>
            <a:t>temprtatur</a:t>
          </a:r>
          <a:r>
            <a:rPr lang="en-IN" sz="1500" b="1" kern="1200" dirty="0" smtClean="0"/>
            <a:t>, Faint detection</a:t>
          </a:r>
          <a:endParaRPr lang="en-IN" sz="1500" b="1" kern="1200" dirty="0"/>
        </a:p>
      </dsp:txBody>
      <dsp:txXfrm>
        <a:off x="4616261" y="35871"/>
        <a:ext cx="1448197" cy="1013793"/>
      </dsp:txXfrm>
    </dsp:sp>
    <dsp:sp modelId="{968150AA-1897-4F5D-B0BD-1442A2E38A71}">
      <dsp:nvSpPr>
        <dsp:cNvPr id="0" name=""/>
        <dsp:cNvSpPr/>
      </dsp:nvSpPr>
      <dsp:spPr>
        <a:xfrm>
          <a:off x="27969" y="15774"/>
          <a:ext cx="2140600" cy="14358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just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500" b="1" kern="1200" dirty="0" smtClean="0"/>
            <a:t>Smart healthcare monitoring </a:t>
          </a:r>
          <a:endParaRPr lang="en-IN" sz="1500" kern="1200" dirty="0"/>
        </a:p>
      </dsp:txBody>
      <dsp:txXfrm>
        <a:off x="59510" y="47315"/>
        <a:ext cx="1435338" cy="1013793"/>
      </dsp:txXfrm>
    </dsp:sp>
    <dsp:sp modelId="{06771548-11C1-4AA0-B5FE-A18A1E1BB986}">
      <dsp:nvSpPr>
        <dsp:cNvPr id="0" name=""/>
        <dsp:cNvSpPr/>
      </dsp:nvSpPr>
      <dsp:spPr>
        <a:xfrm>
          <a:off x="1247955" y="243930"/>
          <a:ext cx="1759412" cy="175971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kern="1200" dirty="0" err="1" smtClean="0"/>
            <a:t>IoT</a:t>
          </a:r>
          <a:r>
            <a:rPr lang="en-IN" sz="1700" kern="1200" dirty="0" smtClean="0"/>
            <a:t> Based system  </a:t>
          </a:r>
          <a:endParaRPr lang="en-IN" sz="1700" kern="1200" dirty="0"/>
        </a:p>
      </dsp:txBody>
      <dsp:txXfrm>
        <a:off x="1763275" y="759338"/>
        <a:ext cx="1244092" cy="1244304"/>
      </dsp:txXfrm>
    </dsp:sp>
    <dsp:sp modelId="{53806359-548A-4BFD-AFD0-A7C2A9F4B0D2}">
      <dsp:nvSpPr>
        <dsp:cNvPr id="0" name=""/>
        <dsp:cNvSpPr/>
      </dsp:nvSpPr>
      <dsp:spPr>
        <a:xfrm rot="5400000">
          <a:off x="3088798" y="244080"/>
          <a:ext cx="1759712" cy="175941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kern="1200" dirty="0" smtClean="0"/>
            <a:t>Monitoring Health Parameters </a:t>
          </a:r>
          <a:endParaRPr lang="en-IN" sz="1700" kern="1200" dirty="0"/>
        </a:p>
      </dsp:txBody>
      <dsp:txXfrm rot="-5400000">
        <a:off x="3088948" y="759338"/>
        <a:ext cx="1244092" cy="1244304"/>
      </dsp:txXfrm>
    </dsp:sp>
    <dsp:sp modelId="{5B05E247-55AA-4EEA-A086-C581ACFB831E}">
      <dsp:nvSpPr>
        <dsp:cNvPr id="0" name=""/>
        <dsp:cNvSpPr/>
      </dsp:nvSpPr>
      <dsp:spPr>
        <a:xfrm rot="10800000">
          <a:off x="3088789" y="2072640"/>
          <a:ext cx="1759412" cy="175971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kern="1200" dirty="0" smtClean="0"/>
            <a:t>Cloud Dependent System</a:t>
          </a:r>
          <a:endParaRPr lang="en-IN" sz="1700" kern="1200" dirty="0"/>
        </a:p>
      </dsp:txBody>
      <dsp:txXfrm rot="10800000">
        <a:off x="3088789" y="2072640"/>
        <a:ext cx="1244092" cy="1244304"/>
      </dsp:txXfrm>
    </dsp:sp>
    <dsp:sp modelId="{FA674376-62A7-40A5-9571-1C4F5DE8A5AA}">
      <dsp:nvSpPr>
        <dsp:cNvPr id="0" name=""/>
        <dsp:cNvSpPr/>
      </dsp:nvSpPr>
      <dsp:spPr>
        <a:xfrm rot="16200000">
          <a:off x="1247806" y="2085072"/>
          <a:ext cx="1759712" cy="175941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kern="1200" dirty="0" smtClean="0"/>
            <a:t>SOS Alert </a:t>
          </a:r>
          <a:endParaRPr lang="en-IN" sz="1700" kern="1200" dirty="0"/>
        </a:p>
      </dsp:txBody>
      <dsp:txXfrm rot="5400000">
        <a:off x="1763276" y="2084922"/>
        <a:ext cx="1244092" cy="1244304"/>
      </dsp:txXfrm>
    </dsp:sp>
    <dsp:sp modelId="{6610504F-DDC2-44C3-992A-EDBB59033F63}">
      <dsp:nvSpPr>
        <dsp:cNvPr id="0" name=""/>
        <dsp:cNvSpPr/>
      </dsp:nvSpPr>
      <dsp:spPr>
        <a:xfrm>
          <a:off x="2744216" y="1666240"/>
          <a:ext cx="607568" cy="528320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86F8C1-3C95-40A2-95D8-880D44102D0D}">
      <dsp:nvSpPr>
        <dsp:cNvPr id="0" name=""/>
        <dsp:cNvSpPr/>
      </dsp:nvSpPr>
      <dsp:spPr>
        <a:xfrm rot="10800000">
          <a:off x="2744216" y="1869440"/>
          <a:ext cx="607568" cy="528320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861DF1-0DA2-414D-A3AE-F58A1CDF55FC}">
      <dsp:nvSpPr>
        <dsp:cNvPr id="0" name=""/>
        <dsp:cNvSpPr/>
      </dsp:nvSpPr>
      <dsp:spPr>
        <a:xfrm>
          <a:off x="0" y="0"/>
          <a:ext cx="6094601" cy="1281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Biomedical sensors with ESP32 for real-time vital monitoring</a:t>
          </a:r>
          <a:endParaRPr lang="en-IN" sz="3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546" y="37546"/>
        <a:ext cx="6019509" cy="1206814"/>
      </dsp:txXfrm>
    </dsp:sp>
    <dsp:sp modelId="{A4AE5627-5AAE-4897-8C96-60ADAA489287}">
      <dsp:nvSpPr>
        <dsp:cNvPr id="0" name=""/>
        <dsp:cNvSpPr/>
      </dsp:nvSpPr>
      <dsp:spPr>
        <a:xfrm>
          <a:off x="699" y="1391046"/>
          <a:ext cx="3981182" cy="1281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9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Provide scalable and low-cost healthcare monitoring solution</a:t>
          </a:r>
          <a:endParaRPr lang="en-IN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245" y="1428592"/>
        <a:ext cx="3906090" cy="1206814"/>
      </dsp:txXfrm>
    </dsp:sp>
    <dsp:sp modelId="{454BE7F6-093A-474A-B135-325DACFD52C0}">
      <dsp:nvSpPr>
        <dsp:cNvPr id="0" name=""/>
        <dsp:cNvSpPr/>
      </dsp:nvSpPr>
      <dsp:spPr>
        <a:xfrm>
          <a:off x="699" y="2780633"/>
          <a:ext cx="1949648" cy="1281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Design responsive web dashboard for doctors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245" y="2818179"/>
        <a:ext cx="1874556" cy="1206814"/>
      </dsp:txXfrm>
    </dsp:sp>
    <dsp:sp modelId="{CD86B9AD-7F3B-4D9E-BF6A-22B6534A72B3}">
      <dsp:nvSpPr>
        <dsp:cNvPr id="0" name=""/>
        <dsp:cNvSpPr/>
      </dsp:nvSpPr>
      <dsp:spPr>
        <a:xfrm>
          <a:off x="2032233" y="2780633"/>
          <a:ext cx="1949648" cy="1281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Develop Android app for notifications and SOS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69779" y="2818179"/>
        <a:ext cx="1874556" cy="1206814"/>
      </dsp:txXfrm>
    </dsp:sp>
    <dsp:sp modelId="{7CDB181C-1273-494D-8A2F-5AA846A525AE}">
      <dsp:nvSpPr>
        <dsp:cNvPr id="0" name=""/>
        <dsp:cNvSpPr/>
      </dsp:nvSpPr>
      <dsp:spPr>
        <a:xfrm>
          <a:off x="4145652" y="1391046"/>
          <a:ext cx="1949648" cy="1281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9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Transmit sensor data securely to cloud (Firebase)</a:t>
          </a:r>
          <a:endParaRPr lang="en-IN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83198" y="1428592"/>
        <a:ext cx="1874556" cy="1206814"/>
      </dsp:txXfrm>
    </dsp:sp>
    <dsp:sp modelId="{2F6A2D80-15E5-4D56-B671-031CA97FAF71}">
      <dsp:nvSpPr>
        <dsp:cNvPr id="0" name=""/>
        <dsp:cNvSpPr/>
      </dsp:nvSpPr>
      <dsp:spPr>
        <a:xfrm>
          <a:off x="4145652" y="2780633"/>
          <a:ext cx="1949648" cy="1281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Ethical handling, privacy, and access control of healthcare data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83198" y="2818179"/>
        <a:ext cx="1874556" cy="12068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604DE0-75B7-4F80-9021-481103E9CC84}">
      <dsp:nvSpPr>
        <dsp:cNvPr id="0" name=""/>
        <dsp:cNvSpPr/>
      </dsp:nvSpPr>
      <dsp:spPr>
        <a:xfrm>
          <a:off x="1463234" y="87813"/>
          <a:ext cx="4700451" cy="591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Real-time monitoring of vital signs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63234" y="87813"/>
        <a:ext cx="4700451" cy="591271"/>
      </dsp:txXfrm>
    </dsp:sp>
    <dsp:sp modelId="{6AE0FD4F-EE89-49B1-96A5-B1DB32F481E3}">
      <dsp:nvSpPr>
        <dsp:cNvPr id="0" name=""/>
        <dsp:cNvSpPr/>
      </dsp:nvSpPr>
      <dsp:spPr>
        <a:xfrm>
          <a:off x="0" y="69177"/>
          <a:ext cx="1254417" cy="774716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527E5C-4092-465D-A1A3-884D261F2B65}">
      <dsp:nvSpPr>
        <dsp:cNvPr id="0" name=""/>
        <dsp:cNvSpPr/>
      </dsp:nvSpPr>
      <dsp:spPr>
        <a:xfrm>
          <a:off x="2809152" y="948012"/>
          <a:ext cx="4564018" cy="601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Cloud-based data storage and synchronization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9152" y="948012"/>
        <a:ext cx="4564018" cy="601156"/>
      </dsp:txXfrm>
    </dsp:sp>
    <dsp:sp modelId="{F3927E74-B795-4186-880E-F328549B64E2}">
      <dsp:nvSpPr>
        <dsp:cNvPr id="0" name=""/>
        <dsp:cNvSpPr/>
      </dsp:nvSpPr>
      <dsp:spPr>
        <a:xfrm>
          <a:off x="7416826" y="927393"/>
          <a:ext cx="1275063" cy="774716"/>
        </a:xfrm>
        <a:prstGeom prst="rect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F54877-1B77-46B8-AE33-CAA795B01CD6}">
      <dsp:nvSpPr>
        <dsp:cNvPr id="0" name=""/>
        <dsp:cNvSpPr/>
      </dsp:nvSpPr>
      <dsp:spPr>
        <a:xfrm>
          <a:off x="1440161" y="1863495"/>
          <a:ext cx="4700451" cy="591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5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Automatic emergency alerts (notifications/SMS)</a:t>
          </a:r>
          <a:endParaRPr lang="en-IN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40161" y="1863495"/>
        <a:ext cx="4700451" cy="591271"/>
      </dsp:txXfrm>
    </dsp:sp>
    <dsp:sp modelId="{38D5252D-D6E4-4FB9-86F7-6332174C7595}">
      <dsp:nvSpPr>
        <dsp:cNvPr id="0" name=""/>
        <dsp:cNvSpPr/>
      </dsp:nvSpPr>
      <dsp:spPr>
        <a:xfrm>
          <a:off x="0" y="1863498"/>
          <a:ext cx="1254417" cy="774716"/>
        </a:xfrm>
        <a:prstGeom prst="rect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1C3F6A-943D-481B-A52B-2F573441E4F1}">
      <dsp:nvSpPr>
        <dsp:cNvPr id="0" name=""/>
        <dsp:cNvSpPr/>
      </dsp:nvSpPr>
      <dsp:spPr>
        <a:xfrm>
          <a:off x="2616486" y="2711740"/>
          <a:ext cx="4564018" cy="601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5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Low-cost and scalable architecture</a:t>
          </a:r>
          <a:endParaRPr lang="en-IN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16486" y="2711740"/>
        <a:ext cx="4564018" cy="601156"/>
      </dsp:txXfrm>
    </dsp:sp>
    <dsp:sp modelId="{37C52D44-B266-4292-980C-D4FD17AB53C7}">
      <dsp:nvSpPr>
        <dsp:cNvPr id="0" name=""/>
        <dsp:cNvSpPr/>
      </dsp:nvSpPr>
      <dsp:spPr>
        <a:xfrm>
          <a:off x="7416826" y="2682699"/>
          <a:ext cx="1275063" cy="774716"/>
        </a:xfrm>
        <a:prstGeom prst="rect">
          <a:avLst/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434D7-651F-425D-942A-123D498AEE82}">
      <dsp:nvSpPr>
        <dsp:cNvPr id="0" name=""/>
        <dsp:cNvSpPr/>
      </dsp:nvSpPr>
      <dsp:spPr>
        <a:xfrm>
          <a:off x="1440161" y="3668585"/>
          <a:ext cx="4700451" cy="591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5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Role-based access (patient, caregiver, doctor)</a:t>
          </a:r>
          <a:endParaRPr lang="en-IN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40161" y="3668585"/>
        <a:ext cx="4700451" cy="591271"/>
      </dsp:txXfrm>
    </dsp:sp>
    <dsp:sp modelId="{86F2D8F7-F02B-4238-B0EB-2E753CE8B6DD}">
      <dsp:nvSpPr>
        <dsp:cNvPr id="0" name=""/>
        <dsp:cNvSpPr/>
      </dsp:nvSpPr>
      <dsp:spPr>
        <a:xfrm>
          <a:off x="0" y="3663692"/>
          <a:ext cx="1254417" cy="774716"/>
        </a:xfrm>
        <a:prstGeom prst="rect">
          <a:avLst/>
        </a:prstGeom>
        <a:blipFill rotWithShape="1">
          <a:blip xmlns:r="http://schemas.openxmlformats.org/officeDocument/2006/relationships" r:embed="rId5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DCB878-8641-445D-9DCC-44E5AFC605F7}">
      <dsp:nvSpPr>
        <dsp:cNvPr id="0" name=""/>
        <dsp:cNvSpPr/>
      </dsp:nvSpPr>
      <dsp:spPr>
        <a:xfrm>
          <a:off x="2592282" y="4502699"/>
          <a:ext cx="4564018" cy="601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Designed for elderly and chronic patients requiring continuous monitoring	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92282" y="4502699"/>
        <a:ext cx="4564018" cy="601156"/>
      </dsp:txXfrm>
    </dsp:sp>
    <dsp:sp modelId="{73AC3A1E-6FC4-4A8E-B913-A0DA27815938}">
      <dsp:nvSpPr>
        <dsp:cNvPr id="0" name=""/>
        <dsp:cNvSpPr/>
      </dsp:nvSpPr>
      <dsp:spPr>
        <a:xfrm>
          <a:off x="7370148" y="4449790"/>
          <a:ext cx="1275063" cy="774716"/>
        </a:xfrm>
        <a:prstGeom prst="rect">
          <a:avLst/>
        </a:prstGeom>
        <a:blipFill rotWithShape="1">
          <a:blip xmlns:r="http://schemas.openxmlformats.org/officeDocument/2006/relationships" r:embed="rId6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AlternatingPictureBlocks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0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549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252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060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844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867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4.png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Pre-Final </a:t>
            </a: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=""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22208"/>
              </p:ext>
            </p:extLst>
          </p:nvPr>
        </p:nvGraphicFramePr>
        <p:xfrm>
          <a:off x="1696134" y="3086002"/>
          <a:ext cx="6096000" cy="2312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=""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="" xmlns:a16="http://schemas.microsoft.com/office/drawing/2014/main" val="3305024946"/>
                    </a:ext>
                  </a:extLst>
                </a:gridCol>
              </a:tblGrid>
              <a:tr h="3854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65898331"/>
                  </a:ext>
                </a:extLst>
              </a:tr>
              <a:tr h="385435">
                <a:tc>
                  <a:txBody>
                    <a:bodyPr/>
                    <a:lstStyle/>
                    <a:p>
                      <a:r>
                        <a:rPr lang="en-US" dirty="0" smtClean="0"/>
                        <a:t>2301010217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Yash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Karmakar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76101868"/>
                  </a:ext>
                </a:extLst>
              </a:tr>
              <a:tr h="385435">
                <a:tc>
                  <a:txBody>
                    <a:bodyPr/>
                    <a:lstStyle/>
                    <a:p>
                      <a:r>
                        <a:rPr lang="en-US" dirty="0" smtClean="0"/>
                        <a:t>2301010239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Nikhil Singh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58206324"/>
                  </a:ext>
                </a:extLst>
              </a:tr>
              <a:tr h="385435">
                <a:tc>
                  <a:txBody>
                    <a:bodyPr/>
                    <a:lstStyle/>
                    <a:p>
                      <a:r>
                        <a:rPr lang="en-US" dirty="0" smtClean="0"/>
                        <a:t>2301010240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Rucchika</a:t>
                      </a:r>
                      <a:r>
                        <a:rPr lang="en-US" dirty="0" smtClean="0"/>
                        <a:t> Kapoor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41949598"/>
                  </a:ext>
                </a:extLst>
              </a:tr>
              <a:tr h="385435">
                <a:tc>
                  <a:txBody>
                    <a:bodyPr/>
                    <a:lstStyle/>
                    <a:p>
                      <a:r>
                        <a:rPr lang="en-US" dirty="0" smtClean="0"/>
                        <a:t>2301010243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Avanish Thapliyal</a:t>
                      </a:r>
                      <a:endParaRPr lang="en-US" dirty="0"/>
                    </a:p>
                  </a:txBody>
                  <a:tcPr/>
                </a:tc>
              </a:tr>
              <a:tr h="385435">
                <a:tc>
                  <a:txBody>
                    <a:bodyPr/>
                    <a:lstStyle/>
                    <a:p>
                      <a:r>
                        <a:rPr lang="en-US" dirty="0" smtClean="0"/>
                        <a:t>2301010244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Kamal</a:t>
                      </a:r>
                      <a:r>
                        <a:rPr lang="en-US" baseline="0" dirty="0" smtClean="0"/>
                        <a:t>jeet Hooda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433750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2299287" y="1212054"/>
            <a:ext cx="46592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Project </a:t>
            </a:r>
            <a:r>
              <a:rPr lang="en-IN" sz="4000" b="1" dirty="0" smtClean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Title</a:t>
            </a:r>
            <a:endParaRPr lang="en-IN" sz="4000" b="1" dirty="0">
              <a:solidFill>
                <a:srgbClr val="C0000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4069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 smtClean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3691105316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034502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28995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</a:t>
            </a:r>
            <a:r>
              <a:rPr lang="en-US" sz="3200" b="1" kern="1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403510098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65108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3419077703"/>
              </p:ext>
            </p:extLst>
          </p:nvPr>
        </p:nvGraphicFramePr>
        <p:xfrm>
          <a:off x="179512" y="1061448"/>
          <a:ext cx="8784976" cy="5290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1681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45476" y="1630746"/>
            <a:ext cx="795897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b="1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Home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for elderly 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patients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Chronic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management (diabetes, heart conditions, hypertension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Post-hospital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discharge 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Rural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remote healthcare 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endParaRPr lang="en-GB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0" y="1152237"/>
            <a:ext cx="9180513" cy="707886"/>
            <a:chOff x="0" y="1266844"/>
            <a:chExt cx="9180513" cy="707886"/>
          </a:xfrm>
        </p:grpSpPr>
        <p:sp>
          <p:nvSpPr>
            <p:cNvPr id="3" name="Rectangle 2"/>
            <p:cNvSpPr/>
            <p:nvPr/>
          </p:nvSpPr>
          <p:spPr>
            <a:xfrm>
              <a:off x="0" y="1293834"/>
              <a:ext cx="9180513" cy="65780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0489" y="1266844"/>
              <a:ext cx="3617495" cy="70788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IN" sz="4000" b="1" cap="none" spc="0" dirty="0" err="1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Usecases</a:t>
              </a:r>
              <a:r>
                <a:rPr lang="en-IN" sz="40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:-</a:t>
              </a:r>
              <a:endParaRPr lang="en-IN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0" y="3826476"/>
            <a:ext cx="9180513" cy="657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210489" y="3799486"/>
            <a:ext cx="361749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4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Scope</a:t>
            </a:r>
            <a:r>
              <a:rPr lang="en-IN" sz="4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:-</a:t>
            </a:r>
            <a:endParaRPr lang="en-IN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5476" y="4725144"/>
            <a:ext cx="7958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Multi-patient monitoring system Integration with additional sensors in future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to AI-based anomaly detection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home care and community health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31201"/>
            <a:ext cx="828092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0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-1260648" y="799538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8" y="1693802"/>
            <a:ext cx="5525339" cy="4386145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349195" y="3510426"/>
            <a:ext cx="970964" cy="681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Vital Data Flow</a:t>
            </a:r>
            <a:endParaRPr lang="en-US" sz="1350" dirty="0"/>
          </a:p>
        </p:txBody>
      </p:sp>
      <p:sp>
        <p:nvSpPr>
          <p:cNvPr id="11" name="Text 4"/>
          <p:cNvSpPr/>
          <p:nvPr/>
        </p:nvSpPr>
        <p:spPr>
          <a:xfrm>
            <a:off x="3350010" y="2035949"/>
            <a:ext cx="1444481" cy="227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dirty="0" smtClean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Wearable</a:t>
            </a:r>
          </a:p>
          <a:p>
            <a:pPr marL="0" indent="0" algn="ctr">
              <a:lnSpc>
                <a:spcPts val="1650"/>
              </a:lnSpc>
              <a:buNone/>
            </a:pPr>
            <a:r>
              <a:rPr lang="en-US" dirty="0" smtClean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sensor</a:t>
            </a:r>
            <a:endParaRPr lang="en-US" dirty="0"/>
          </a:p>
        </p:txBody>
      </p:sp>
      <p:sp>
        <p:nvSpPr>
          <p:cNvPr id="12" name="Text 5"/>
          <p:cNvSpPr/>
          <p:nvPr/>
        </p:nvSpPr>
        <p:spPr>
          <a:xfrm>
            <a:off x="3320159" y="2607875"/>
            <a:ext cx="1444481" cy="149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filtering at node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884335" y="1960633"/>
            <a:ext cx="1444481" cy="227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Alert </a:t>
            </a:r>
            <a:endParaRPr lang="en-US" dirty="0" smtClean="0">
              <a:solidFill>
                <a:srgbClr val="3C3939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0" indent="0" algn="ctr">
              <a:lnSpc>
                <a:spcPts val="1650"/>
              </a:lnSpc>
              <a:buNone/>
            </a:pPr>
            <a:r>
              <a:rPr lang="en-US" dirty="0" smtClean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notifications</a:t>
            </a:r>
            <a:endParaRPr lang="en-US" dirty="0"/>
          </a:p>
        </p:txBody>
      </p:sp>
      <p:sp>
        <p:nvSpPr>
          <p:cNvPr id="14" name="Text 7"/>
          <p:cNvSpPr/>
          <p:nvPr/>
        </p:nvSpPr>
        <p:spPr>
          <a:xfrm>
            <a:off x="884335" y="2557399"/>
            <a:ext cx="1444481" cy="29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Immediate alerts on threshold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884334" y="4887368"/>
            <a:ext cx="1444481" cy="45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Firebase Realtime DB</a:t>
            </a: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884334" y="5548973"/>
            <a:ext cx="1444481" cy="149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Low-latency storage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3340827" y="4816203"/>
            <a:ext cx="1444481" cy="227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dirty="0" err="1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WiFi</a:t>
            </a: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endParaRPr lang="en-US" dirty="0" smtClean="0">
              <a:solidFill>
                <a:srgbClr val="3C3939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0" indent="0" algn="ctr">
              <a:lnSpc>
                <a:spcPts val="1650"/>
              </a:lnSpc>
              <a:buNone/>
            </a:pPr>
            <a:r>
              <a:rPr lang="en-US" dirty="0" smtClean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transmission</a:t>
            </a:r>
            <a:endParaRPr lang="en-US" dirty="0"/>
          </a:p>
        </p:txBody>
      </p:sp>
      <p:sp>
        <p:nvSpPr>
          <p:cNvPr id="18" name="Text 11"/>
          <p:cNvSpPr/>
          <p:nvPr/>
        </p:nvSpPr>
        <p:spPr>
          <a:xfrm>
            <a:off x="3363551" y="5337628"/>
            <a:ext cx="1444481" cy="29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Secure, periodic pushes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3783368" y="3385423"/>
            <a:ext cx="1652728" cy="45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ESP32 microcontroller</a:t>
            </a: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3871703" y="3973924"/>
            <a:ext cx="1476058" cy="29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Collects and preprocesses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316327" y="3432049"/>
            <a:ext cx="1476058" cy="454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Monitoring dashboard</a:t>
            </a: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311607" y="4081931"/>
            <a:ext cx="1476058" cy="149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visualization</a:t>
            </a:r>
            <a:endParaRPr lang="en-US" sz="11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5348" y="1124084"/>
            <a:ext cx="1079659" cy="107965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7" name="Text 1"/>
          <p:cNvSpPr/>
          <p:nvPr/>
        </p:nvSpPr>
        <p:spPr>
          <a:xfrm>
            <a:off x="7033014" y="1124084"/>
            <a:ext cx="174700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Hardware Lead</a:t>
            </a:r>
            <a:endParaRPr lang="en-US" sz="1950" dirty="0"/>
          </a:p>
        </p:txBody>
      </p:sp>
      <p:sp>
        <p:nvSpPr>
          <p:cNvPr id="28" name="Text 2"/>
          <p:cNvSpPr/>
          <p:nvPr/>
        </p:nvSpPr>
        <p:spPr>
          <a:xfrm>
            <a:off x="7051352" y="1487817"/>
            <a:ext cx="1747004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systems and sensor integration specialist</a:t>
            </a:r>
            <a:endParaRPr lang="en-US" sz="15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8193" y="2874186"/>
            <a:ext cx="1079659" cy="107965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0" name="Text 3"/>
          <p:cNvSpPr/>
          <p:nvPr/>
        </p:nvSpPr>
        <p:spPr>
          <a:xfrm>
            <a:off x="7155859" y="2874186"/>
            <a:ext cx="174700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Cloud Developer</a:t>
            </a:r>
            <a:endParaRPr lang="en-US" sz="1950" dirty="0"/>
          </a:p>
        </p:txBody>
      </p:sp>
      <p:sp>
        <p:nvSpPr>
          <p:cNvPr id="31" name="Text 4"/>
          <p:cNvSpPr/>
          <p:nvPr/>
        </p:nvSpPr>
        <p:spPr>
          <a:xfrm>
            <a:off x="7170680" y="3494502"/>
            <a:ext cx="1747004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architecture and real-time database expert</a:t>
            </a:r>
            <a:endParaRPr lang="en-US" sz="155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4220" y="4843943"/>
            <a:ext cx="1079659" cy="107965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3" name="Text 5"/>
          <p:cNvSpPr/>
          <p:nvPr/>
        </p:nvSpPr>
        <p:spPr>
          <a:xfrm>
            <a:off x="7141886" y="4843943"/>
            <a:ext cx="174700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 Developer</a:t>
            </a:r>
            <a:endParaRPr lang="en-US" sz="1950" dirty="0"/>
          </a:p>
        </p:txBody>
      </p:sp>
      <p:sp>
        <p:nvSpPr>
          <p:cNvPr id="34" name="Text 6"/>
          <p:cNvSpPr/>
          <p:nvPr/>
        </p:nvSpPr>
        <p:spPr>
          <a:xfrm>
            <a:off x="7141886" y="5273163"/>
            <a:ext cx="174700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application and user interface designer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613" y="63166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67A919E-7DB1-E6B8-D950-8901A88C816D}"/>
              </a:ext>
            </a:extLst>
          </p:cNvPr>
          <p:cNvSpPr txBox="1"/>
          <p:nvPr/>
        </p:nvSpPr>
        <p:spPr>
          <a:xfrm>
            <a:off x="103414" y="883748"/>
            <a:ext cx="7344816" cy="5904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endParaRPr lang="en-US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Patient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vital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Alert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logs</a:t>
            </a:r>
            <a:endParaRPr lang="en-US" sz="28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ESP32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board	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MAX30102 pulse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Oximeter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Motion sensor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(DS18B20/LM35)	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Realtime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	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Android development tools</a:t>
            </a:r>
            <a:endParaRPr lang="en-US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166361" y="1272753"/>
            <a:ext cx="4496731" cy="1283510"/>
          </a:xfrm>
          <a:prstGeom prst="roundRect">
            <a:avLst>
              <a:gd name="adj" fmla="val 601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26" name="Shape 5"/>
          <p:cNvSpPr/>
          <p:nvPr/>
        </p:nvSpPr>
        <p:spPr>
          <a:xfrm>
            <a:off x="74291" y="1288123"/>
            <a:ext cx="65703" cy="128351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27" name="Text 6"/>
          <p:cNvSpPr/>
          <p:nvPr/>
        </p:nvSpPr>
        <p:spPr>
          <a:xfrm>
            <a:off x="373444" y="1306591"/>
            <a:ext cx="2072145" cy="280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Encryption in Transit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7"/>
          <p:cNvSpPr/>
          <p:nvPr/>
        </p:nvSpPr>
        <p:spPr>
          <a:xfrm>
            <a:off x="183035" y="1836607"/>
            <a:ext cx="4437919" cy="860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 smtClean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All data transmission uses HTTPS encryption to prevent interception and ensure secure communication between devices and cloud infrastructure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4"/>
          <p:cNvSpPr/>
          <p:nvPr/>
        </p:nvSpPr>
        <p:spPr>
          <a:xfrm>
            <a:off x="139994" y="3048362"/>
            <a:ext cx="4496731" cy="1283510"/>
          </a:xfrm>
          <a:prstGeom prst="roundRect">
            <a:avLst>
              <a:gd name="adj" fmla="val 601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34" name="Shape 5"/>
          <p:cNvSpPr/>
          <p:nvPr/>
        </p:nvSpPr>
        <p:spPr>
          <a:xfrm>
            <a:off x="47924" y="3063732"/>
            <a:ext cx="65703" cy="128351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35" name="Text 6"/>
          <p:cNvSpPr/>
          <p:nvPr/>
        </p:nvSpPr>
        <p:spPr>
          <a:xfrm>
            <a:off x="347077" y="3082200"/>
            <a:ext cx="2072145" cy="280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400" b="1" dirty="0"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Secure Authentication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7"/>
          <p:cNvSpPr/>
          <p:nvPr/>
        </p:nvSpPr>
        <p:spPr>
          <a:xfrm>
            <a:off x="156668" y="3612216"/>
            <a:ext cx="4506424" cy="860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4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Multi-factor authentication and role-based access control ensure only authorized users can view patient data</a:t>
            </a:r>
          </a:p>
        </p:txBody>
      </p:sp>
      <p:sp>
        <p:nvSpPr>
          <p:cNvPr id="37" name="Shape 4"/>
          <p:cNvSpPr/>
          <p:nvPr/>
        </p:nvSpPr>
        <p:spPr>
          <a:xfrm>
            <a:off x="2483768" y="4744263"/>
            <a:ext cx="4496731" cy="1283510"/>
          </a:xfrm>
          <a:prstGeom prst="roundRect">
            <a:avLst>
              <a:gd name="adj" fmla="val 601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38" name="Shape 5"/>
          <p:cNvSpPr/>
          <p:nvPr/>
        </p:nvSpPr>
        <p:spPr>
          <a:xfrm>
            <a:off x="2391698" y="4759633"/>
            <a:ext cx="65703" cy="128351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39" name="Text 6"/>
          <p:cNvSpPr/>
          <p:nvPr/>
        </p:nvSpPr>
        <p:spPr>
          <a:xfrm>
            <a:off x="2690851" y="4778101"/>
            <a:ext cx="2072145" cy="280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400" b="1" dirty="0"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User Consent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7"/>
          <p:cNvSpPr/>
          <p:nvPr/>
        </p:nvSpPr>
        <p:spPr>
          <a:xfrm>
            <a:off x="2500442" y="5308117"/>
            <a:ext cx="4560233" cy="860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4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Explicit opt-in consent required for all data collection, with transparent disclosure of how information is used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755910"/>
              </p:ext>
            </p:extLst>
          </p:nvPr>
        </p:nvGraphicFramePr>
        <p:xfrm>
          <a:off x="4842458" y="1240673"/>
          <a:ext cx="4315962" cy="266192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438654"/>
                <a:gridCol w="1438654"/>
                <a:gridCol w="1438654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Others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Spot checks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24/</a:t>
                      </a:r>
                      <a:r>
                        <a:rPr lang="en-IN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IN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thresholds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Personalized deviation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3k-5k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IN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Prototype 2K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Eco-system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Closed proprietary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and Scalable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709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33617" y="1345722"/>
            <a:ext cx="6876765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b="1" dirty="0"/>
          </a:p>
          <a:p>
            <a:r>
              <a:rPr lang="en-IN" sz="2400" b="1" u="sng" dirty="0"/>
              <a:t>Expected Results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 smtClean="0"/>
              <a:t>Accurate </a:t>
            </a:r>
            <a:r>
              <a:rPr lang="en-IN" b="1" dirty="0"/>
              <a:t>real-time monitoring of vital signs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 smtClean="0"/>
              <a:t>Reliable </a:t>
            </a:r>
            <a:r>
              <a:rPr lang="en-IN" b="1" dirty="0"/>
              <a:t>alert generation during emergencies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 smtClean="0"/>
              <a:t>Easy </a:t>
            </a:r>
            <a:r>
              <a:rPr lang="en-IN" b="1" dirty="0"/>
              <a:t>access to patient health data remotely</a:t>
            </a:r>
          </a:p>
          <a:p>
            <a:endParaRPr lang="en-IN" b="1" dirty="0"/>
          </a:p>
          <a:p>
            <a:r>
              <a:rPr lang="en-IN" sz="2400" b="1" u="sng" dirty="0"/>
              <a:t>Impact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 smtClean="0"/>
              <a:t>Reduced </a:t>
            </a:r>
            <a:r>
              <a:rPr lang="en-IN" b="1" dirty="0"/>
              <a:t>medical emergencies through early detection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 smtClean="0"/>
              <a:t>Improved </a:t>
            </a:r>
            <a:r>
              <a:rPr lang="en-IN" b="1" dirty="0"/>
              <a:t>quality of life for elderly and chronic patients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 smtClean="0"/>
              <a:t>Reduced </a:t>
            </a:r>
            <a:r>
              <a:rPr lang="en-IN" b="1" dirty="0"/>
              <a:t>burden on hospitals and caregivers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 smtClean="0"/>
              <a:t>Affordable </a:t>
            </a:r>
            <a:r>
              <a:rPr lang="en-IN" b="1" dirty="0"/>
              <a:t>and scalable healthcare solution  ￼</a:t>
            </a: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88" b="5113"/>
          <a:stretch/>
        </p:blipFill>
        <p:spPr>
          <a:xfrm>
            <a:off x="0" y="1556792"/>
            <a:ext cx="9144000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135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6857</TotalTime>
  <Words>492</Words>
  <Application>Microsoft Office PowerPoint</Application>
  <PresentationFormat>On-screen Show (4:3)</PresentationFormat>
  <Paragraphs>151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Cambria</vt:lpstr>
      <vt:lpstr>Garamond</vt:lpstr>
      <vt:lpstr>Raleway</vt:lpstr>
      <vt:lpstr>Roboto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Dell</cp:lastModifiedBy>
  <cp:revision>330</cp:revision>
  <cp:lastPrinted>2022-09-05T08:43:44Z</cp:lastPrinted>
  <dcterms:created xsi:type="dcterms:W3CDTF">2020-01-16T09:05:56Z</dcterms:created>
  <dcterms:modified xsi:type="dcterms:W3CDTF">2026-02-13T07:47:57Z</dcterms:modified>
</cp:coreProperties>
</file>